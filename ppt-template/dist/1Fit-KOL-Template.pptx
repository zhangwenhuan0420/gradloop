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title" preserve="1">
  <p:cSld name="01 封面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 xmlns:r="http://schemas.openxmlformats.org/officeDocument/2006/relationships">
        <p:nvSpPr>
          <p:cNvPr id="60" name="Phone Screen 60"/>
          <p:cNvSpPr/>
          <p:nvPr/>
        </p:nvSpPr>
        <p:spPr>
          <a:xfrm>
            <a:off x="7345380" y="2661137"/>
            <a:ext cx="3518774" cy="7591568"/>
          </a:xfrm>
          <a:prstGeom prst="roundRect">
            <a:avLst>
              <a:gd name="adj" fmla="val 13947"/>
            </a:avLst>
          </a:prstGeom>
          <a:solidFill>
            <a:srgbClr val="F2F2F4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61" name="Phone Screenshot 61"/>
          <p:cNvSpPr>
            <a:spLocks noGrp="1"/>
          </p:cNvSpPr>
          <p:nvPr>
            <p:ph type="pic" idx="71" hasCustomPrompt="1"/>
          </p:nvPr>
        </p:nvSpPr>
        <p:spPr>
          <a:xfrm>
            <a:off x="7345380" y="2661137"/>
            <a:ext cx="3518774" cy="7591568"/>
          </a:xfrm>
          <a:prstGeom prst="roundRect">
            <a:avLst>
              <a:gd name="adj" fmla="val 13947"/>
            </a:avLst>
          </a:prstGeom>
          <a:solidFill>
            <a:srgbClr val="F2F2F4"/>
          </a:solidFill>
        </p:spPr>
        <p:txBody>
          <a:bodyPr wrap="square" lIns="45720" tIns="45720" rIns="45720" bIns="45720" anchor="ctr"/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250" b="0" kern="1200">
                <a:solidFill>
                  <a:srgbClr val="8E8E93"/>
                </a:solidFill>
                <a:latin typeface="+mn-lt"/>
                <a:cs typeface="+mn-lt"/>
              </a:defRPr>
            </a:lvl1pPr>
          </a:lstStyle>
          <a:p>
            <a:r>
              <a:rPr lang="zh-CN" altLang="en-US" dirty="0"/>
              <a:t>点击插入截图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0" name="Cover Title"/>
          <p:cNvSpPr>
            <a:spLocks noGrp="1"/>
          </p:cNvSpPr>
          <p:nvPr>
            <p:ph type="ctrTitle" hasCustomPrompt="1"/>
          </p:nvPr>
        </p:nvSpPr>
        <p:spPr>
          <a:xfrm>
            <a:off x="1417320" y="2395728"/>
            <a:ext cx="5120640" cy="86868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>
              <a:lnSpc>
                <a:spcPts val="4400"/>
              </a:lnSpc>
              <a:spcBef>
                <a:spcPts val="0"/>
              </a:spcBef>
              <a:buNone/>
              <a:defRPr sz="4400" b="1" spc="-30" kern="1200">
                <a:solidFill>
                  <a:srgbClr val="000000"/>
                </a:solidFill>
                <a:latin typeface="+mj-lt"/>
                <a:cs typeface="+mj-lt"/>
              </a:defRPr>
            </a:lvl1pPr>
            <a:lvl2pPr marL="0" indent="0" algn="l">
              <a:lnSpc>
                <a:spcPts val="4400"/>
              </a:lnSpc>
              <a:spcBef>
                <a:spcPts val="0"/>
              </a:spcBef>
              <a:buNone/>
              <a:defRPr sz="4400" b="1" spc="-30" kern="1200">
                <a:solidFill>
                  <a:srgbClr val="000000"/>
                </a:solidFill>
                <a:latin typeface="+mj-lt"/>
                <a:cs typeface="+mj-lt"/>
              </a:defRPr>
            </a:lvl2pPr>
            <a:lvl3pPr marL="0" indent="0" algn="l">
              <a:lnSpc>
                <a:spcPts val="4400"/>
              </a:lnSpc>
              <a:spcBef>
                <a:spcPts val="0"/>
              </a:spcBef>
              <a:buNone/>
              <a:defRPr sz="4400" b="1" spc="-30" kern="1200">
                <a:solidFill>
                  <a:srgbClr val="000000"/>
                </a:solidFill>
                <a:latin typeface="+mj-lt"/>
                <a:cs typeface="+mj-lt"/>
              </a:defRPr>
            </a:lvl3pPr>
            <a:lvl4pPr marL="0" indent="0" algn="l">
              <a:lnSpc>
                <a:spcPts val="4400"/>
              </a:lnSpc>
              <a:spcBef>
                <a:spcPts val="0"/>
              </a:spcBef>
              <a:buNone/>
              <a:defRPr sz="4400" b="1" spc="-30" kern="1200">
                <a:solidFill>
                  <a:srgbClr val="000000"/>
                </a:solidFill>
                <a:latin typeface="+mj-lt"/>
                <a:cs typeface="+mj-lt"/>
              </a:defRPr>
            </a:lvl4pPr>
            <a:lvl5pPr marL="0" indent="0" algn="l">
              <a:lnSpc>
                <a:spcPts val="4400"/>
              </a:lnSpc>
              <a:spcBef>
                <a:spcPts val="0"/>
              </a:spcBef>
              <a:buNone/>
              <a:defRPr sz="4400" b="1" spc="-30" kern="1200">
                <a:solidFill>
                  <a:srgbClr val="000000"/>
                </a:solidFill>
                <a:latin typeface="+mj-lt"/>
                <a:cs typeface="+mj-lt"/>
              </a:defRPr>
            </a:lvl5pPr>
            <a:lvl6pPr marL="0" indent="0" algn="l">
              <a:lnSpc>
                <a:spcPts val="4400"/>
              </a:lnSpc>
              <a:spcBef>
                <a:spcPts val="0"/>
              </a:spcBef>
              <a:buNone/>
              <a:defRPr sz="4400" b="1" spc="-30" kern="1200">
                <a:solidFill>
                  <a:srgbClr val="000000"/>
                </a:solidFill>
                <a:latin typeface="+mj-lt"/>
                <a:cs typeface="+mj-lt"/>
              </a:defRPr>
            </a:lvl6pPr>
            <a:lvl7pPr marL="0" indent="0" algn="l">
              <a:lnSpc>
                <a:spcPts val="4400"/>
              </a:lnSpc>
              <a:spcBef>
                <a:spcPts val="0"/>
              </a:spcBef>
              <a:buNone/>
              <a:defRPr sz="4400" b="1" spc="-30" kern="1200">
                <a:solidFill>
                  <a:srgbClr val="000000"/>
                </a:solidFill>
                <a:latin typeface="+mj-lt"/>
                <a:cs typeface="+mj-lt"/>
              </a:defRPr>
            </a:lvl7pPr>
            <a:lvl8pPr marL="0" indent="0" algn="l">
              <a:lnSpc>
                <a:spcPts val="4400"/>
              </a:lnSpc>
              <a:spcBef>
                <a:spcPts val="0"/>
              </a:spcBef>
              <a:buNone/>
              <a:defRPr sz="4400" b="1" spc="-30" kern="1200">
                <a:solidFill>
                  <a:srgbClr val="000000"/>
                </a:solidFill>
                <a:latin typeface="+mj-lt"/>
                <a:cs typeface="+mj-lt"/>
              </a:defRPr>
            </a:lvl8pPr>
            <a:lvl9pPr marL="0" indent="0" algn="l">
              <a:lnSpc>
                <a:spcPts val="4400"/>
              </a:lnSpc>
              <a:spcBef>
                <a:spcPts val="0"/>
              </a:spcBef>
              <a:buNone/>
              <a:defRPr sz="4400" b="1" spc="-30" kern="1200">
                <a:solidFill>
                  <a:srgbClr val="000000"/>
                </a:solidFill>
                <a:latin typeface="+mj-lt"/>
                <a:cs typeface="+mj-lt"/>
              </a:defRPr>
            </a:lvl9pPr>
          </a:lstStyle>
          <a:p>
            <a:r>
              <a:rPr lang="en-US" dirty="0"/>
              <a:t>1Fit App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1" name="Cover Subtitle"/>
          <p:cNvSpPr>
            <a:spLocks noGrp="1"/>
          </p:cNvSpPr>
          <p:nvPr>
            <p:ph type="subTitle" idx="1" hasCustomPrompt="1"/>
          </p:nvPr>
        </p:nvSpPr>
        <p:spPr>
          <a:xfrm>
            <a:off x="1417320" y="3182112"/>
            <a:ext cx="5120640" cy="658368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>
              <a:lnSpc>
                <a:spcPts val="3300"/>
              </a:lnSpc>
              <a:spcBef>
                <a:spcPts val="0"/>
              </a:spcBef>
              <a:buNone/>
              <a:defRPr sz="3300" b="1" spc="-20" kern="1200">
                <a:solidFill>
                  <a:srgbClr val="000000"/>
                </a:solidFill>
                <a:latin typeface="+mj-lt"/>
                <a:cs typeface="+mj-lt"/>
              </a:defRPr>
            </a:lvl1pPr>
            <a:lvl2pPr marL="0" indent="0" algn="l">
              <a:lnSpc>
                <a:spcPts val="3300"/>
              </a:lnSpc>
              <a:spcBef>
                <a:spcPts val="0"/>
              </a:spcBef>
              <a:buNone/>
              <a:defRPr sz="3300" b="1" spc="-20" kern="1200">
                <a:solidFill>
                  <a:srgbClr val="000000"/>
                </a:solidFill>
                <a:latin typeface="+mj-lt"/>
                <a:cs typeface="+mj-lt"/>
              </a:defRPr>
            </a:lvl2pPr>
            <a:lvl3pPr marL="0" indent="0" algn="l">
              <a:lnSpc>
                <a:spcPts val="3300"/>
              </a:lnSpc>
              <a:spcBef>
                <a:spcPts val="0"/>
              </a:spcBef>
              <a:buNone/>
              <a:defRPr sz="3300" b="1" spc="-20" kern="1200">
                <a:solidFill>
                  <a:srgbClr val="000000"/>
                </a:solidFill>
                <a:latin typeface="+mj-lt"/>
                <a:cs typeface="+mj-lt"/>
              </a:defRPr>
            </a:lvl3pPr>
            <a:lvl4pPr marL="0" indent="0" algn="l">
              <a:lnSpc>
                <a:spcPts val="3300"/>
              </a:lnSpc>
              <a:spcBef>
                <a:spcPts val="0"/>
              </a:spcBef>
              <a:buNone/>
              <a:defRPr sz="3300" b="1" spc="-20" kern="1200">
                <a:solidFill>
                  <a:srgbClr val="000000"/>
                </a:solidFill>
                <a:latin typeface="+mj-lt"/>
                <a:cs typeface="+mj-lt"/>
              </a:defRPr>
            </a:lvl4pPr>
            <a:lvl5pPr marL="0" indent="0" algn="l">
              <a:lnSpc>
                <a:spcPts val="3300"/>
              </a:lnSpc>
              <a:spcBef>
                <a:spcPts val="0"/>
              </a:spcBef>
              <a:buNone/>
              <a:defRPr sz="3300" b="1" spc="-20" kern="1200">
                <a:solidFill>
                  <a:srgbClr val="000000"/>
                </a:solidFill>
                <a:latin typeface="+mj-lt"/>
                <a:cs typeface="+mj-lt"/>
              </a:defRPr>
            </a:lvl5pPr>
            <a:lvl6pPr marL="0" indent="0" algn="l">
              <a:lnSpc>
                <a:spcPts val="3300"/>
              </a:lnSpc>
              <a:spcBef>
                <a:spcPts val="0"/>
              </a:spcBef>
              <a:buNone/>
              <a:defRPr sz="3300" b="1" spc="-20" kern="1200">
                <a:solidFill>
                  <a:srgbClr val="000000"/>
                </a:solidFill>
                <a:latin typeface="+mj-lt"/>
                <a:cs typeface="+mj-lt"/>
              </a:defRPr>
            </a:lvl6pPr>
            <a:lvl7pPr marL="0" indent="0" algn="l">
              <a:lnSpc>
                <a:spcPts val="3300"/>
              </a:lnSpc>
              <a:spcBef>
                <a:spcPts val="0"/>
              </a:spcBef>
              <a:buNone/>
              <a:defRPr sz="3300" b="1" spc="-20" kern="1200">
                <a:solidFill>
                  <a:srgbClr val="000000"/>
                </a:solidFill>
                <a:latin typeface="+mj-lt"/>
                <a:cs typeface="+mj-lt"/>
              </a:defRPr>
            </a:lvl7pPr>
            <a:lvl8pPr marL="0" indent="0" algn="l">
              <a:lnSpc>
                <a:spcPts val="3300"/>
              </a:lnSpc>
              <a:spcBef>
                <a:spcPts val="0"/>
              </a:spcBef>
              <a:buNone/>
              <a:defRPr sz="3300" b="1" spc="-20" kern="1200">
                <a:solidFill>
                  <a:srgbClr val="000000"/>
                </a:solidFill>
                <a:latin typeface="+mj-lt"/>
                <a:cs typeface="+mj-lt"/>
              </a:defRPr>
            </a:lvl8pPr>
            <a:lvl9pPr marL="0" indent="0" algn="l">
              <a:lnSpc>
                <a:spcPts val="3300"/>
              </a:lnSpc>
              <a:spcBef>
                <a:spcPts val="0"/>
              </a:spcBef>
              <a:buNone/>
              <a:defRPr sz="3300" b="1" spc="-20" kern="1200">
                <a:solidFill>
                  <a:srgbClr val="000000"/>
                </a:solidFill>
                <a:latin typeface="+mj-lt"/>
                <a:cs typeface="+mj-lt"/>
              </a:defRPr>
            </a:lvl9pPr>
          </a:lstStyle>
          <a:p>
            <a:r>
              <a:rPr lang="en-US" dirty="0"/>
              <a:t>KOL Collab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2" name="Cover Kicker"/>
          <p:cNvSpPr>
            <a:spLocks noGrp="1"/>
          </p:cNvSpPr>
          <p:nvPr>
            <p:ph type="body" idx="2" hasCustomPrompt="1"/>
          </p:nvPr>
        </p:nvSpPr>
        <p:spPr>
          <a:xfrm>
            <a:off x="1417320" y="3730752"/>
            <a:ext cx="5120640" cy="100584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>
              <a:lnSpc>
                <a:spcPts val="1935"/>
              </a:lnSpc>
              <a:spcBef>
                <a:spcPts val="0"/>
              </a:spcBef>
              <a:buNone/>
              <a:defRPr sz="1500" b="0" kern="1200">
                <a:solidFill>
                  <a:srgbClr val="000000"/>
                </a:solidFill>
                <a:latin typeface="+mn-lt"/>
                <a:cs typeface="+mn-lt"/>
              </a:defRPr>
            </a:lvl1pPr>
            <a:lvl2pPr marL="0" indent="0" algn="l">
              <a:lnSpc>
                <a:spcPts val="1935"/>
              </a:lnSpc>
              <a:spcBef>
                <a:spcPts val="0"/>
              </a:spcBef>
              <a:buNone/>
              <a:defRPr sz="1500" b="0" kern="1200">
                <a:solidFill>
                  <a:srgbClr val="000000"/>
                </a:solidFill>
                <a:latin typeface="+mn-lt"/>
                <a:cs typeface="+mn-lt"/>
              </a:defRPr>
            </a:lvl2pPr>
            <a:lvl3pPr marL="0" indent="0" algn="l">
              <a:lnSpc>
                <a:spcPts val="1935"/>
              </a:lnSpc>
              <a:spcBef>
                <a:spcPts val="0"/>
              </a:spcBef>
              <a:buNone/>
              <a:defRPr sz="1500" b="0" kern="1200">
                <a:solidFill>
                  <a:srgbClr val="000000"/>
                </a:solidFill>
                <a:latin typeface="+mn-lt"/>
                <a:cs typeface="+mn-lt"/>
              </a:defRPr>
            </a:lvl3pPr>
            <a:lvl4pPr marL="0" indent="0" algn="l">
              <a:lnSpc>
                <a:spcPts val="1935"/>
              </a:lnSpc>
              <a:spcBef>
                <a:spcPts val="0"/>
              </a:spcBef>
              <a:buNone/>
              <a:defRPr sz="1500" b="0" kern="1200">
                <a:solidFill>
                  <a:srgbClr val="000000"/>
                </a:solidFill>
                <a:latin typeface="+mn-lt"/>
                <a:cs typeface="+mn-lt"/>
              </a:defRPr>
            </a:lvl4pPr>
            <a:lvl5pPr marL="0" indent="0" algn="l">
              <a:lnSpc>
                <a:spcPts val="1935"/>
              </a:lnSpc>
              <a:spcBef>
                <a:spcPts val="0"/>
              </a:spcBef>
              <a:buNone/>
              <a:defRPr sz="1500" b="0" kern="1200">
                <a:solidFill>
                  <a:srgbClr val="000000"/>
                </a:solidFill>
                <a:latin typeface="+mn-lt"/>
                <a:cs typeface="+mn-lt"/>
              </a:defRPr>
            </a:lvl5pPr>
            <a:lvl6pPr marL="0" indent="0" algn="l">
              <a:lnSpc>
                <a:spcPts val="1935"/>
              </a:lnSpc>
              <a:spcBef>
                <a:spcPts val="0"/>
              </a:spcBef>
              <a:buNone/>
              <a:defRPr sz="1500" b="0" kern="1200">
                <a:solidFill>
                  <a:srgbClr val="000000"/>
                </a:solidFill>
                <a:latin typeface="+mn-lt"/>
                <a:cs typeface="+mn-lt"/>
              </a:defRPr>
            </a:lvl6pPr>
            <a:lvl7pPr marL="0" indent="0" algn="l">
              <a:lnSpc>
                <a:spcPts val="1935"/>
              </a:lnSpc>
              <a:spcBef>
                <a:spcPts val="0"/>
              </a:spcBef>
              <a:buNone/>
              <a:defRPr sz="1500" b="0" kern="1200">
                <a:solidFill>
                  <a:srgbClr val="000000"/>
                </a:solidFill>
                <a:latin typeface="+mn-lt"/>
                <a:cs typeface="+mn-lt"/>
              </a:defRPr>
            </a:lvl7pPr>
            <a:lvl8pPr marL="0" indent="0" algn="l">
              <a:lnSpc>
                <a:spcPts val="1935"/>
              </a:lnSpc>
              <a:spcBef>
                <a:spcPts val="0"/>
              </a:spcBef>
              <a:buNone/>
              <a:defRPr sz="1500" b="0" kern="1200">
                <a:solidFill>
                  <a:srgbClr val="000000"/>
                </a:solidFill>
                <a:latin typeface="+mn-lt"/>
                <a:cs typeface="+mn-lt"/>
              </a:defRPr>
            </a:lvl8pPr>
            <a:lvl9pPr marL="0" indent="0" algn="l">
              <a:lnSpc>
                <a:spcPts val="1935"/>
              </a:lnSpc>
              <a:spcBef>
                <a:spcPts val="0"/>
              </a:spcBef>
              <a:buNone/>
              <a:defRPr sz="1500" b="0" kern="1200">
                <a:solidFill>
                  <a:srgbClr val="000000"/>
                </a:solidFill>
                <a:latin typeface="+mn-lt"/>
                <a:cs typeface="+mn-lt"/>
              </a:defRPr>
            </a:lvl9pPr>
          </a:lstStyle>
          <a:p>
            <a:r>
              <a:rPr lang="en-US" dirty="0"/>
              <a:t>INFLUENCER</a:t>
            </a:r>
          </a:p>
          <a:p>
            <a:r>
              <a:rPr lang="en-US" dirty="0"/>
              <a:t>CONTENT CREATION</a:t>
            </a:r>
          </a:p>
          <a:p>
            <a:r>
              <a:rPr lang="en-US" dirty="0"/>
              <a:t>GUIDE-ISHHH</a:t>
            </a:r>
          </a:p>
        </p:txBody>
      </p:sp>
      <p:pic>
        <p:nvPicPr>
          <p:cNvPr id="62" name="Phone Frame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016" y="2331720"/>
            <a:ext cx="4267449" cy="82204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02 标题正文 · 右手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 xmlns:r="http://schemas.openxmlformats.org/officeDocument/2006/relationships">
        <p:nvSpPr>
          <p:cNvPr id="60" name="Phone Screen 60"/>
          <p:cNvSpPr/>
          <p:nvPr/>
        </p:nvSpPr>
        <p:spPr>
          <a:xfrm>
            <a:off x="8086543" y="3351967"/>
            <a:ext cx="2986457" cy="6443122"/>
          </a:xfrm>
          <a:prstGeom prst="roundRect">
            <a:avLst>
              <a:gd name="adj" fmla="val 13947"/>
            </a:avLst>
          </a:prstGeom>
          <a:solidFill>
            <a:srgbClr val="F2F2F4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61" name="Phone Screenshot 61"/>
          <p:cNvSpPr>
            <a:spLocks noGrp="1"/>
          </p:cNvSpPr>
          <p:nvPr>
            <p:ph type="pic" idx="71" hasCustomPrompt="1"/>
          </p:nvPr>
        </p:nvSpPr>
        <p:spPr>
          <a:xfrm>
            <a:off x="8086543" y="3351967"/>
            <a:ext cx="2986457" cy="6443122"/>
          </a:xfrm>
          <a:prstGeom prst="roundRect">
            <a:avLst>
              <a:gd name="adj" fmla="val 13947"/>
            </a:avLst>
          </a:prstGeom>
          <a:solidFill>
            <a:srgbClr val="F2F2F4"/>
          </a:solidFill>
        </p:spPr>
        <p:txBody>
          <a:bodyPr wrap="square" lIns="45720" tIns="45720" rIns="45720" bIns="45720" anchor="ctr"/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250" b="0" kern="1200">
                <a:solidFill>
                  <a:srgbClr val="8E8E93"/>
                </a:solidFill>
                <a:latin typeface="+mn-lt"/>
                <a:cs typeface="+mn-lt"/>
              </a:defRPr>
            </a:lvl1pPr>
          </a:lstStyle>
          <a:p>
            <a:r>
              <a:rPr lang="zh-CN" altLang="en-US" dirty="0"/>
              <a:t>点击插入截图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0" name="Title"/>
          <p:cNvSpPr>
            <a:spLocks noGrp="1"/>
          </p:cNvSpPr>
          <p:nvPr>
            <p:ph type="title" hasCustomPrompt="1"/>
          </p:nvPr>
        </p:nvSpPr>
        <p:spPr>
          <a:xfrm>
            <a:off x="923544" y="1572768"/>
            <a:ext cx="6217920" cy="658368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>
              <a:lnSpc>
                <a:spcPts val="3300"/>
              </a:lnSpc>
              <a:spcBef>
                <a:spcPts val="0"/>
              </a:spcBef>
              <a:buNone/>
              <a:defRPr sz="3300" b="1" spc="-20" kern="1200">
                <a:solidFill>
                  <a:srgbClr val="000000"/>
                </a:solidFill>
                <a:latin typeface="+mj-lt"/>
                <a:cs typeface="+mj-lt"/>
              </a:defRPr>
            </a:lvl1pPr>
            <a:lvl2pPr marL="0" indent="0" algn="l">
              <a:lnSpc>
                <a:spcPts val="3300"/>
              </a:lnSpc>
              <a:spcBef>
                <a:spcPts val="0"/>
              </a:spcBef>
              <a:buNone/>
              <a:defRPr sz="3300" b="1" spc="-20" kern="1200">
                <a:solidFill>
                  <a:srgbClr val="000000"/>
                </a:solidFill>
                <a:latin typeface="+mj-lt"/>
                <a:cs typeface="+mj-lt"/>
              </a:defRPr>
            </a:lvl2pPr>
            <a:lvl3pPr marL="0" indent="0" algn="l">
              <a:lnSpc>
                <a:spcPts val="3300"/>
              </a:lnSpc>
              <a:spcBef>
                <a:spcPts val="0"/>
              </a:spcBef>
              <a:buNone/>
              <a:defRPr sz="3300" b="1" spc="-20" kern="1200">
                <a:solidFill>
                  <a:srgbClr val="000000"/>
                </a:solidFill>
                <a:latin typeface="+mj-lt"/>
                <a:cs typeface="+mj-lt"/>
              </a:defRPr>
            </a:lvl3pPr>
            <a:lvl4pPr marL="0" indent="0" algn="l">
              <a:lnSpc>
                <a:spcPts val="3300"/>
              </a:lnSpc>
              <a:spcBef>
                <a:spcPts val="0"/>
              </a:spcBef>
              <a:buNone/>
              <a:defRPr sz="3300" b="1" spc="-20" kern="1200">
                <a:solidFill>
                  <a:srgbClr val="000000"/>
                </a:solidFill>
                <a:latin typeface="+mj-lt"/>
                <a:cs typeface="+mj-lt"/>
              </a:defRPr>
            </a:lvl4pPr>
            <a:lvl5pPr marL="0" indent="0" algn="l">
              <a:lnSpc>
                <a:spcPts val="3300"/>
              </a:lnSpc>
              <a:spcBef>
                <a:spcPts val="0"/>
              </a:spcBef>
              <a:buNone/>
              <a:defRPr sz="3300" b="1" spc="-20" kern="1200">
                <a:solidFill>
                  <a:srgbClr val="000000"/>
                </a:solidFill>
                <a:latin typeface="+mj-lt"/>
                <a:cs typeface="+mj-lt"/>
              </a:defRPr>
            </a:lvl5pPr>
            <a:lvl6pPr marL="0" indent="0" algn="l">
              <a:lnSpc>
                <a:spcPts val="3300"/>
              </a:lnSpc>
              <a:spcBef>
                <a:spcPts val="0"/>
              </a:spcBef>
              <a:buNone/>
              <a:defRPr sz="3300" b="1" spc="-20" kern="1200">
                <a:solidFill>
                  <a:srgbClr val="000000"/>
                </a:solidFill>
                <a:latin typeface="+mj-lt"/>
                <a:cs typeface="+mj-lt"/>
              </a:defRPr>
            </a:lvl6pPr>
            <a:lvl7pPr marL="0" indent="0" algn="l">
              <a:lnSpc>
                <a:spcPts val="3300"/>
              </a:lnSpc>
              <a:spcBef>
                <a:spcPts val="0"/>
              </a:spcBef>
              <a:buNone/>
              <a:defRPr sz="3300" b="1" spc="-20" kern="1200">
                <a:solidFill>
                  <a:srgbClr val="000000"/>
                </a:solidFill>
                <a:latin typeface="+mj-lt"/>
                <a:cs typeface="+mj-lt"/>
              </a:defRPr>
            </a:lvl7pPr>
            <a:lvl8pPr marL="0" indent="0" algn="l">
              <a:lnSpc>
                <a:spcPts val="3300"/>
              </a:lnSpc>
              <a:spcBef>
                <a:spcPts val="0"/>
              </a:spcBef>
              <a:buNone/>
              <a:defRPr sz="3300" b="1" spc="-20" kern="1200">
                <a:solidFill>
                  <a:srgbClr val="000000"/>
                </a:solidFill>
                <a:latin typeface="+mj-lt"/>
                <a:cs typeface="+mj-lt"/>
              </a:defRPr>
            </a:lvl8pPr>
            <a:lvl9pPr marL="0" indent="0" algn="l">
              <a:lnSpc>
                <a:spcPts val="3300"/>
              </a:lnSpc>
              <a:spcBef>
                <a:spcPts val="0"/>
              </a:spcBef>
              <a:buNone/>
              <a:defRPr sz="3300" b="1" spc="-20" kern="1200">
                <a:solidFill>
                  <a:srgbClr val="000000"/>
                </a:solidFill>
                <a:latin typeface="+mj-lt"/>
                <a:cs typeface="+mj-lt"/>
              </a:defRPr>
            </a:lvl9pPr>
          </a:lstStyle>
          <a:p>
            <a:r>
              <a:rPr lang="en-US" dirty="0"/>
              <a:t>About 1Fit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1" name="Body"/>
          <p:cNvSpPr>
            <a:spLocks noGrp="1"/>
          </p:cNvSpPr>
          <p:nvPr>
            <p:ph type="body" idx="1" hasCustomPrompt="1"/>
          </p:nvPr>
        </p:nvSpPr>
        <p:spPr>
          <a:xfrm>
            <a:off x="923544" y="2144776"/>
            <a:ext cx="6309360" cy="209804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>
              <a:lnSpc>
                <a:spcPts val="2085"/>
              </a:lnSpc>
              <a:spcBef>
                <a:spcPts val="1400"/>
              </a:spcBef>
              <a:buNone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1pPr>
            <a:lvl2pPr marL="0" indent="0" algn="l">
              <a:lnSpc>
                <a:spcPts val="2085"/>
              </a:lnSpc>
              <a:spcBef>
                <a:spcPts val="1400"/>
              </a:spcBef>
              <a:buNone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2pPr>
            <a:lvl3pPr marL="0" indent="0" algn="l">
              <a:lnSpc>
                <a:spcPts val="2085"/>
              </a:lnSpc>
              <a:spcBef>
                <a:spcPts val="1400"/>
              </a:spcBef>
              <a:buNone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3pPr>
            <a:lvl4pPr marL="0" indent="0" algn="l">
              <a:lnSpc>
                <a:spcPts val="2085"/>
              </a:lnSpc>
              <a:spcBef>
                <a:spcPts val="1400"/>
              </a:spcBef>
              <a:buNone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4pPr>
            <a:lvl5pPr marL="0" indent="0" algn="l">
              <a:lnSpc>
                <a:spcPts val="2085"/>
              </a:lnSpc>
              <a:spcBef>
                <a:spcPts val="1400"/>
              </a:spcBef>
              <a:buNone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5pPr>
            <a:lvl6pPr marL="0" indent="0" algn="l">
              <a:lnSpc>
                <a:spcPts val="2085"/>
              </a:lnSpc>
              <a:spcBef>
                <a:spcPts val="1400"/>
              </a:spcBef>
              <a:buNone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6pPr>
            <a:lvl7pPr marL="0" indent="0" algn="l">
              <a:lnSpc>
                <a:spcPts val="2085"/>
              </a:lnSpc>
              <a:spcBef>
                <a:spcPts val="1400"/>
              </a:spcBef>
              <a:buNone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7pPr>
            <a:lvl8pPr marL="0" indent="0" algn="l">
              <a:lnSpc>
                <a:spcPts val="2085"/>
              </a:lnSpc>
              <a:spcBef>
                <a:spcPts val="1400"/>
              </a:spcBef>
              <a:buNone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8pPr>
            <a:lvl9pPr marL="0" indent="0" algn="l">
              <a:lnSpc>
                <a:spcPts val="2085"/>
              </a:lnSpc>
              <a:spcBef>
                <a:spcPts val="1400"/>
              </a:spcBef>
              <a:buNone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9pPr>
          </a:lstStyle>
          <a:p>
            <a:r>
              <a:rPr lang="en-US" dirty="0"/>
              <a:t>一段简短的介绍文字。关键数据加粗，其余保持常规字重。</a:t>
            </a:r>
          </a:p>
        </p:txBody>
      </p:sp>
      <p:pic>
        <p:nvPicPr>
          <p:cNvPr id="62" name="Phone Frame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544" y="3072384"/>
            <a:ext cx="3621873" cy="69768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03 标题正文 · 右侧清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 xmlns:r="http://schemas.openxmlformats.org/officeDocument/2006/relationships">
        <p:nvSpPr>
          <p:cNvPr id="60" name="Phone Screen 60"/>
          <p:cNvSpPr/>
          <p:nvPr/>
        </p:nvSpPr>
        <p:spPr>
          <a:xfrm>
            <a:off x="7869636" y="2818617"/>
            <a:ext cx="2563734" cy="5531120"/>
          </a:xfrm>
          <a:prstGeom prst="roundRect">
            <a:avLst>
              <a:gd name="adj" fmla="val 13947"/>
            </a:avLst>
          </a:prstGeom>
          <a:solidFill>
            <a:srgbClr val="F2F2F4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61" name="Phone Screenshot 61"/>
          <p:cNvSpPr>
            <a:spLocks noGrp="1"/>
          </p:cNvSpPr>
          <p:nvPr>
            <p:ph type="pic" idx="71" hasCustomPrompt="1"/>
          </p:nvPr>
        </p:nvSpPr>
        <p:spPr>
          <a:xfrm>
            <a:off x="7869636" y="2818617"/>
            <a:ext cx="2563734" cy="5531120"/>
          </a:xfrm>
          <a:prstGeom prst="roundRect">
            <a:avLst>
              <a:gd name="adj" fmla="val 13947"/>
            </a:avLst>
          </a:prstGeom>
          <a:solidFill>
            <a:srgbClr val="F2F2F4"/>
          </a:solidFill>
        </p:spPr>
        <p:txBody>
          <a:bodyPr wrap="square" lIns="45720" tIns="45720" rIns="45720" bIns="45720" anchor="ctr"/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250" b="0" kern="1200">
                <a:solidFill>
                  <a:srgbClr val="8E8E93"/>
                </a:solidFill>
                <a:latin typeface="+mn-lt"/>
                <a:cs typeface="+mn-lt"/>
              </a:defRPr>
            </a:lvl1pPr>
          </a:lstStyle>
          <a:p>
            <a:r>
              <a:rPr lang="zh-CN" altLang="en-US" dirty="0"/>
              <a:t>点击插入截图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0" name="Side List"/>
          <p:cNvSpPr>
            <a:spLocks noGrp="1"/>
          </p:cNvSpPr>
          <p:nvPr>
            <p:ph type="body" idx="3" hasCustomPrompt="1"/>
          </p:nvPr>
        </p:nvSpPr>
        <p:spPr>
          <a:xfrm>
            <a:off x="7991856" y="475488"/>
            <a:ext cx="3657600" cy="2194560"/>
          </a:xfrm>
        </p:spPr>
        <p:txBody>
          <a:bodyPr vert="horz" wrap="square" lIns="0" tIns="0" rIns="0" bIns="0" rtlCol="0" anchor="t">
            <a:normAutofit/>
          </a:bodyPr>
          <a:lstStyle>
            <a:lvl1pPr marL="201168" indent="-201168" algn="l">
              <a:lnSpc>
                <a:spcPts val="1700"/>
              </a:lnSpc>
              <a:spcBef>
                <a:spcPts val="0"/>
              </a:spcBef>
              <a:buFont typeface="Arial" pitchFamily="34" charset="0"/>
              <a:buChar char="•"/>
              <a:defRPr sz="1250" b="0" kern="1200">
                <a:solidFill>
                  <a:srgbClr val="333333"/>
                </a:solidFill>
                <a:latin typeface="+mn-lt"/>
                <a:cs typeface="+mn-lt"/>
              </a:defRPr>
            </a:lvl1pPr>
            <a:lvl2pPr marL="201168" indent="-201168" algn="l">
              <a:lnSpc>
                <a:spcPts val="1700"/>
              </a:lnSpc>
              <a:spcBef>
                <a:spcPts val="0"/>
              </a:spcBef>
              <a:buFont typeface="Arial" pitchFamily="34" charset="0"/>
              <a:buChar char="•"/>
              <a:defRPr sz="1250" b="0" kern="1200">
                <a:solidFill>
                  <a:srgbClr val="333333"/>
                </a:solidFill>
                <a:latin typeface="+mn-lt"/>
                <a:cs typeface="+mn-lt"/>
              </a:defRPr>
            </a:lvl2pPr>
            <a:lvl3pPr marL="201168" indent="-201168" algn="l">
              <a:lnSpc>
                <a:spcPts val="1700"/>
              </a:lnSpc>
              <a:spcBef>
                <a:spcPts val="0"/>
              </a:spcBef>
              <a:buFont typeface="Arial" pitchFamily="34" charset="0"/>
              <a:buChar char="•"/>
              <a:defRPr sz="1250" b="0" kern="1200">
                <a:solidFill>
                  <a:srgbClr val="333333"/>
                </a:solidFill>
                <a:latin typeface="+mn-lt"/>
                <a:cs typeface="+mn-lt"/>
              </a:defRPr>
            </a:lvl3pPr>
            <a:lvl4pPr marL="201168" indent="-201168" algn="l">
              <a:lnSpc>
                <a:spcPts val="1700"/>
              </a:lnSpc>
              <a:spcBef>
                <a:spcPts val="0"/>
              </a:spcBef>
              <a:buFont typeface="Arial" pitchFamily="34" charset="0"/>
              <a:buChar char="•"/>
              <a:defRPr sz="1250" b="0" kern="1200">
                <a:solidFill>
                  <a:srgbClr val="333333"/>
                </a:solidFill>
                <a:latin typeface="+mn-lt"/>
                <a:cs typeface="+mn-lt"/>
              </a:defRPr>
            </a:lvl4pPr>
            <a:lvl5pPr marL="201168" indent="-201168" algn="l">
              <a:lnSpc>
                <a:spcPts val="1700"/>
              </a:lnSpc>
              <a:spcBef>
                <a:spcPts val="0"/>
              </a:spcBef>
              <a:buFont typeface="Arial" pitchFamily="34" charset="0"/>
              <a:buChar char="•"/>
              <a:defRPr sz="1250" b="0" kern="1200">
                <a:solidFill>
                  <a:srgbClr val="333333"/>
                </a:solidFill>
                <a:latin typeface="+mn-lt"/>
                <a:cs typeface="+mn-lt"/>
              </a:defRPr>
            </a:lvl5pPr>
            <a:lvl6pPr marL="201168" indent="-201168" algn="l">
              <a:lnSpc>
                <a:spcPts val="1700"/>
              </a:lnSpc>
              <a:spcBef>
                <a:spcPts val="0"/>
              </a:spcBef>
              <a:buFont typeface="Arial" pitchFamily="34" charset="0"/>
              <a:buChar char="•"/>
              <a:defRPr sz="1250" b="0" kern="1200">
                <a:solidFill>
                  <a:srgbClr val="333333"/>
                </a:solidFill>
                <a:latin typeface="+mn-lt"/>
                <a:cs typeface="+mn-lt"/>
              </a:defRPr>
            </a:lvl6pPr>
            <a:lvl7pPr marL="201168" indent="-201168" algn="l">
              <a:lnSpc>
                <a:spcPts val="1700"/>
              </a:lnSpc>
              <a:spcBef>
                <a:spcPts val="0"/>
              </a:spcBef>
              <a:buFont typeface="Arial" pitchFamily="34" charset="0"/>
              <a:buChar char="•"/>
              <a:defRPr sz="1250" b="0" kern="1200">
                <a:solidFill>
                  <a:srgbClr val="333333"/>
                </a:solidFill>
                <a:latin typeface="+mn-lt"/>
                <a:cs typeface="+mn-lt"/>
              </a:defRPr>
            </a:lvl7pPr>
            <a:lvl8pPr marL="201168" indent="-201168" algn="l">
              <a:lnSpc>
                <a:spcPts val="1700"/>
              </a:lnSpc>
              <a:spcBef>
                <a:spcPts val="0"/>
              </a:spcBef>
              <a:buFont typeface="Arial" pitchFamily="34" charset="0"/>
              <a:buChar char="•"/>
              <a:defRPr sz="1250" b="0" kern="1200">
                <a:solidFill>
                  <a:srgbClr val="333333"/>
                </a:solidFill>
                <a:latin typeface="+mn-lt"/>
                <a:cs typeface="+mn-lt"/>
              </a:defRPr>
            </a:lvl8pPr>
            <a:lvl9pPr marL="201168" indent="-201168" algn="l">
              <a:lnSpc>
                <a:spcPts val="1700"/>
              </a:lnSpc>
              <a:spcBef>
                <a:spcPts val="0"/>
              </a:spcBef>
              <a:buFont typeface="Arial" pitchFamily="34" charset="0"/>
              <a:buChar char="•"/>
              <a:defRPr sz="1250" b="0" kern="1200">
                <a:solidFill>
                  <a:srgbClr val="333333"/>
                </a:solidFill>
                <a:latin typeface="+mn-lt"/>
                <a:cs typeface="+mn-lt"/>
              </a:defRPr>
            </a:lvl9pPr>
          </a:lstStyle>
          <a:p>
            <a:r>
              <a:rPr lang="en-US" dirty="0"/>
              <a:t>Gym</a:t>
            </a:r>
          </a:p>
          <a:p>
            <a:r>
              <a:rPr lang="en-US" dirty="0"/>
              <a:t>Yoga</a:t>
            </a:r>
          </a:p>
          <a:p>
            <a:r>
              <a:rPr lang="en-US" dirty="0"/>
              <a:t>Martial Arts</a:t>
            </a:r>
          </a:p>
          <a:p>
            <a:r>
              <a:rPr lang="en-US" dirty="0"/>
              <a:t>Pickleballs</a:t>
            </a:r>
          </a:p>
          <a:p>
            <a:r>
              <a:rPr lang="en-US" dirty="0"/>
              <a:t>Bouldering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1" name="Title"/>
          <p:cNvSpPr>
            <a:spLocks noGrp="1"/>
          </p:cNvSpPr>
          <p:nvPr>
            <p:ph type="title" hasCustomPrompt="1"/>
          </p:nvPr>
        </p:nvSpPr>
        <p:spPr>
          <a:xfrm>
            <a:off x="1207008" y="2148840"/>
            <a:ext cx="6035040" cy="713232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1pPr>
            <a:lvl2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2pPr>
            <a:lvl3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3pPr>
            <a:lvl4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4pPr>
            <a:lvl5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5pPr>
            <a:lvl6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6pPr>
            <a:lvl7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7pPr>
            <a:lvl8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8pPr>
            <a:lvl9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9pPr>
          </a:lstStyle>
          <a:p>
            <a:r>
              <a:rPr lang="en-US" dirty="0"/>
              <a:t>We’re in Malaysia!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2" name="Body"/>
          <p:cNvSpPr>
            <a:spLocks noGrp="1"/>
          </p:cNvSpPr>
          <p:nvPr>
            <p:ph type="body" idx="1" hasCustomPrompt="1"/>
          </p:nvPr>
        </p:nvSpPr>
        <p:spPr>
          <a:xfrm>
            <a:off x="1207008" y="2549652"/>
            <a:ext cx="6035040" cy="246126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>
              <a:lnSpc>
                <a:spcPts val="2085"/>
              </a:lnSpc>
              <a:spcBef>
                <a:spcPts val="2100"/>
              </a:spcBef>
              <a:buNone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1pPr>
            <a:lvl2pPr marL="0" indent="0" algn="l">
              <a:lnSpc>
                <a:spcPts val="2085"/>
              </a:lnSpc>
              <a:spcBef>
                <a:spcPts val="2100"/>
              </a:spcBef>
              <a:buNone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2pPr>
            <a:lvl3pPr marL="0" indent="0" algn="l">
              <a:lnSpc>
                <a:spcPts val="2085"/>
              </a:lnSpc>
              <a:spcBef>
                <a:spcPts val="2100"/>
              </a:spcBef>
              <a:buNone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3pPr>
            <a:lvl4pPr marL="0" indent="0" algn="l">
              <a:lnSpc>
                <a:spcPts val="2085"/>
              </a:lnSpc>
              <a:spcBef>
                <a:spcPts val="2100"/>
              </a:spcBef>
              <a:buNone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4pPr>
            <a:lvl5pPr marL="0" indent="0" algn="l">
              <a:lnSpc>
                <a:spcPts val="2085"/>
              </a:lnSpc>
              <a:spcBef>
                <a:spcPts val="2100"/>
              </a:spcBef>
              <a:buNone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5pPr>
            <a:lvl6pPr marL="0" indent="0" algn="l">
              <a:lnSpc>
                <a:spcPts val="2085"/>
              </a:lnSpc>
              <a:spcBef>
                <a:spcPts val="2100"/>
              </a:spcBef>
              <a:buNone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6pPr>
            <a:lvl7pPr marL="0" indent="0" algn="l">
              <a:lnSpc>
                <a:spcPts val="2085"/>
              </a:lnSpc>
              <a:spcBef>
                <a:spcPts val="2100"/>
              </a:spcBef>
              <a:buNone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7pPr>
            <a:lvl8pPr marL="0" indent="0" algn="l">
              <a:lnSpc>
                <a:spcPts val="2085"/>
              </a:lnSpc>
              <a:spcBef>
                <a:spcPts val="2100"/>
              </a:spcBef>
              <a:buNone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8pPr>
            <a:lvl9pPr marL="0" indent="0" algn="l">
              <a:lnSpc>
                <a:spcPts val="2085"/>
              </a:lnSpc>
              <a:spcBef>
                <a:spcPts val="2100"/>
              </a:spcBef>
              <a:buNone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9pPr>
          </a:lstStyle>
          <a:p>
            <a:r>
              <a:rPr lang="en-US" dirty="0"/>
              <a:t>正文段落一。
正文段落二，可以写差异化卖点。</a:t>
            </a:r>
          </a:p>
        </p:txBody>
      </p:sp>
      <p:pic>
        <p:nvPicPr>
          <p:cNvPr id="62" name="Phone Frame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08" y="2578608"/>
            <a:ext cx="3109209" cy="59893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04 标题正文 · 左双手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 xmlns:r="http://schemas.openxmlformats.org/officeDocument/2006/relationships">
        <p:nvSpPr>
          <p:cNvPr id="62" name="Phone Screen 62"/>
          <p:cNvSpPr/>
          <p:nvPr/>
        </p:nvSpPr>
        <p:spPr>
          <a:xfrm>
            <a:off x="2311783" y="1169682"/>
            <a:ext cx="2043159" cy="4408007"/>
          </a:xfrm>
          <a:prstGeom prst="roundRect">
            <a:avLst>
              <a:gd name="adj" fmla="val 13947"/>
            </a:avLst>
          </a:prstGeom>
          <a:solidFill>
            <a:srgbClr val="F2F2F4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63" name="Phone Screenshot 63"/>
          <p:cNvSpPr>
            <a:spLocks noGrp="1"/>
          </p:cNvSpPr>
          <p:nvPr>
            <p:ph type="pic" idx="73" hasCustomPrompt="1"/>
          </p:nvPr>
        </p:nvSpPr>
        <p:spPr>
          <a:xfrm>
            <a:off x="2311783" y="1169682"/>
            <a:ext cx="2043159" cy="4408007"/>
          </a:xfrm>
          <a:prstGeom prst="roundRect">
            <a:avLst>
              <a:gd name="adj" fmla="val 13947"/>
            </a:avLst>
          </a:prstGeom>
          <a:solidFill>
            <a:srgbClr val="F2F2F4"/>
          </a:solidFill>
        </p:spPr>
        <p:txBody>
          <a:bodyPr wrap="square" lIns="45720" tIns="45720" rIns="45720" bIns="45720" anchor="ctr"/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250" b="0" kern="1200">
                <a:solidFill>
                  <a:srgbClr val="8E8E93"/>
                </a:solidFill>
                <a:latin typeface="+mn-lt"/>
                <a:cs typeface="+mn-lt"/>
              </a:defRPr>
            </a:lvl1pPr>
          </a:lstStyle>
          <a:p>
            <a:r>
              <a:rPr lang="zh-CN" altLang="en-US" dirty="0"/>
              <a:t>点击插入截图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60" name="Phone Screen 60"/>
          <p:cNvSpPr/>
          <p:nvPr/>
        </p:nvSpPr>
        <p:spPr>
          <a:xfrm>
            <a:off x="-157896" y="1178093"/>
            <a:ext cx="2035331" cy="4391118"/>
          </a:xfrm>
          <a:prstGeom prst="roundRect">
            <a:avLst>
              <a:gd name="adj" fmla="val 13947"/>
            </a:avLst>
          </a:prstGeom>
          <a:solidFill>
            <a:srgbClr val="F2F2F4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61" name="Phone Screenshot 61"/>
          <p:cNvSpPr>
            <a:spLocks noGrp="1"/>
          </p:cNvSpPr>
          <p:nvPr>
            <p:ph type="pic" idx="71" hasCustomPrompt="1"/>
          </p:nvPr>
        </p:nvSpPr>
        <p:spPr>
          <a:xfrm>
            <a:off x="-157896" y="1178093"/>
            <a:ext cx="2035331" cy="4391118"/>
          </a:xfrm>
          <a:prstGeom prst="roundRect">
            <a:avLst>
              <a:gd name="adj" fmla="val 13947"/>
            </a:avLst>
          </a:prstGeom>
          <a:solidFill>
            <a:srgbClr val="F2F2F4"/>
          </a:solidFill>
        </p:spPr>
        <p:txBody>
          <a:bodyPr wrap="square" lIns="45720" tIns="45720" rIns="45720" bIns="45720" anchor="ctr"/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250" b="0" kern="1200">
                <a:solidFill>
                  <a:srgbClr val="8E8E93"/>
                </a:solidFill>
                <a:latin typeface="+mn-lt"/>
                <a:cs typeface="+mn-lt"/>
              </a:defRPr>
            </a:lvl1pPr>
          </a:lstStyle>
          <a:p>
            <a:r>
              <a:rPr lang="zh-CN" altLang="en-US" dirty="0"/>
              <a:t>点击插入截图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0" name="Title"/>
          <p:cNvSpPr>
            <a:spLocks noGrp="1"/>
          </p:cNvSpPr>
          <p:nvPr>
            <p:ph type="title" hasCustomPrompt="1"/>
          </p:nvPr>
        </p:nvSpPr>
        <p:spPr>
          <a:xfrm>
            <a:off x="6327648" y="1188720"/>
            <a:ext cx="5120640" cy="658368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>
              <a:lnSpc>
                <a:spcPts val="3300"/>
              </a:lnSpc>
              <a:spcBef>
                <a:spcPts val="0"/>
              </a:spcBef>
              <a:buNone/>
              <a:defRPr sz="3300" b="1" spc="-20" kern="1200">
                <a:solidFill>
                  <a:srgbClr val="000000"/>
                </a:solidFill>
                <a:latin typeface="+mj-lt"/>
                <a:cs typeface="+mj-lt"/>
              </a:defRPr>
            </a:lvl1pPr>
            <a:lvl2pPr marL="0" indent="0" algn="l">
              <a:lnSpc>
                <a:spcPts val="3300"/>
              </a:lnSpc>
              <a:spcBef>
                <a:spcPts val="0"/>
              </a:spcBef>
              <a:buNone/>
              <a:defRPr sz="3300" b="1" spc="-20" kern="1200">
                <a:solidFill>
                  <a:srgbClr val="000000"/>
                </a:solidFill>
                <a:latin typeface="+mj-lt"/>
                <a:cs typeface="+mj-lt"/>
              </a:defRPr>
            </a:lvl2pPr>
            <a:lvl3pPr marL="0" indent="0" algn="l">
              <a:lnSpc>
                <a:spcPts val="3300"/>
              </a:lnSpc>
              <a:spcBef>
                <a:spcPts val="0"/>
              </a:spcBef>
              <a:buNone/>
              <a:defRPr sz="3300" b="1" spc="-20" kern="1200">
                <a:solidFill>
                  <a:srgbClr val="000000"/>
                </a:solidFill>
                <a:latin typeface="+mj-lt"/>
                <a:cs typeface="+mj-lt"/>
              </a:defRPr>
            </a:lvl3pPr>
            <a:lvl4pPr marL="0" indent="0" algn="l">
              <a:lnSpc>
                <a:spcPts val="3300"/>
              </a:lnSpc>
              <a:spcBef>
                <a:spcPts val="0"/>
              </a:spcBef>
              <a:buNone/>
              <a:defRPr sz="3300" b="1" spc="-20" kern="1200">
                <a:solidFill>
                  <a:srgbClr val="000000"/>
                </a:solidFill>
                <a:latin typeface="+mj-lt"/>
                <a:cs typeface="+mj-lt"/>
              </a:defRPr>
            </a:lvl4pPr>
            <a:lvl5pPr marL="0" indent="0" algn="l">
              <a:lnSpc>
                <a:spcPts val="3300"/>
              </a:lnSpc>
              <a:spcBef>
                <a:spcPts val="0"/>
              </a:spcBef>
              <a:buNone/>
              <a:defRPr sz="3300" b="1" spc="-20" kern="1200">
                <a:solidFill>
                  <a:srgbClr val="000000"/>
                </a:solidFill>
                <a:latin typeface="+mj-lt"/>
                <a:cs typeface="+mj-lt"/>
              </a:defRPr>
            </a:lvl5pPr>
            <a:lvl6pPr marL="0" indent="0" algn="l">
              <a:lnSpc>
                <a:spcPts val="3300"/>
              </a:lnSpc>
              <a:spcBef>
                <a:spcPts val="0"/>
              </a:spcBef>
              <a:buNone/>
              <a:defRPr sz="3300" b="1" spc="-20" kern="1200">
                <a:solidFill>
                  <a:srgbClr val="000000"/>
                </a:solidFill>
                <a:latin typeface="+mj-lt"/>
                <a:cs typeface="+mj-lt"/>
              </a:defRPr>
            </a:lvl6pPr>
            <a:lvl7pPr marL="0" indent="0" algn="l">
              <a:lnSpc>
                <a:spcPts val="3300"/>
              </a:lnSpc>
              <a:spcBef>
                <a:spcPts val="0"/>
              </a:spcBef>
              <a:buNone/>
              <a:defRPr sz="3300" b="1" spc="-20" kern="1200">
                <a:solidFill>
                  <a:srgbClr val="000000"/>
                </a:solidFill>
                <a:latin typeface="+mj-lt"/>
                <a:cs typeface="+mj-lt"/>
              </a:defRPr>
            </a:lvl7pPr>
            <a:lvl8pPr marL="0" indent="0" algn="l">
              <a:lnSpc>
                <a:spcPts val="3300"/>
              </a:lnSpc>
              <a:spcBef>
                <a:spcPts val="0"/>
              </a:spcBef>
              <a:buNone/>
              <a:defRPr sz="3300" b="1" spc="-20" kern="1200">
                <a:solidFill>
                  <a:srgbClr val="000000"/>
                </a:solidFill>
                <a:latin typeface="+mj-lt"/>
                <a:cs typeface="+mj-lt"/>
              </a:defRPr>
            </a:lvl8pPr>
            <a:lvl9pPr marL="0" indent="0" algn="l">
              <a:lnSpc>
                <a:spcPts val="3300"/>
              </a:lnSpc>
              <a:spcBef>
                <a:spcPts val="0"/>
              </a:spcBef>
              <a:buNone/>
              <a:defRPr sz="3300" b="1" spc="-20" kern="1200">
                <a:solidFill>
                  <a:srgbClr val="000000"/>
                </a:solidFill>
                <a:latin typeface="+mj-lt"/>
                <a:cs typeface="+mj-lt"/>
              </a:defRPr>
            </a:lvl9pPr>
          </a:lstStyle>
          <a:p>
            <a:r>
              <a:rPr lang="en-US" dirty="0"/>
              <a:t>Our socials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1" name="Body"/>
          <p:cNvSpPr>
            <a:spLocks noGrp="1"/>
          </p:cNvSpPr>
          <p:nvPr>
            <p:ph type="body" idx="1" hasCustomPrompt="1"/>
          </p:nvPr>
        </p:nvSpPr>
        <p:spPr>
          <a:xfrm>
            <a:off x="6327648" y="1659128"/>
            <a:ext cx="5120640" cy="3296919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>
              <a:lnSpc>
                <a:spcPts val="2220"/>
              </a:lnSpc>
              <a:spcBef>
                <a:spcPts val="2200"/>
              </a:spcBef>
              <a:buNone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1pPr>
            <a:lvl2pPr marL="0" indent="0" algn="l">
              <a:lnSpc>
                <a:spcPts val="2220"/>
              </a:lnSpc>
              <a:spcBef>
                <a:spcPts val="2200"/>
              </a:spcBef>
              <a:buNone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2pPr>
            <a:lvl3pPr marL="0" indent="0" algn="l">
              <a:lnSpc>
                <a:spcPts val="2220"/>
              </a:lnSpc>
              <a:spcBef>
                <a:spcPts val="2200"/>
              </a:spcBef>
              <a:buNone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3pPr>
            <a:lvl4pPr marL="0" indent="0" algn="l">
              <a:lnSpc>
                <a:spcPts val="2220"/>
              </a:lnSpc>
              <a:spcBef>
                <a:spcPts val="2200"/>
              </a:spcBef>
              <a:buNone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4pPr>
            <a:lvl5pPr marL="0" indent="0" algn="l">
              <a:lnSpc>
                <a:spcPts val="2220"/>
              </a:lnSpc>
              <a:spcBef>
                <a:spcPts val="2200"/>
              </a:spcBef>
              <a:buNone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5pPr>
            <a:lvl6pPr marL="0" indent="0" algn="l">
              <a:lnSpc>
                <a:spcPts val="2220"/>
              </a:lnSpc>
              <a:spcBef>
                <a:spcPts val="2200"/>
              </a:spcBef>
              <a:buNone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6pPr>
            <a:lvl7pPr marL="0" indent="0" algn="l">
              <a:lnSpc>
                <a:spcPts val="2220"/>
              </a:lnSpc>
              <a:spcBef>
                <a:spcPts val="2200"/>
              </a:spcBef>
              <a:buNone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7pPr>
            <a:lvl8pPr marL="0" indent="0" algn="l">
              <a:lnSpc>
                <a:spcPts val="2220"/>
              </a:lnSpc>
              <a:spcBef>
                <a:spcPts val="2200"/>
              </a:spcBef>
              <a:buNone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8pPr>
            <a:lvl9pPr marL="0" indent="0" algn="l">
              <a:lnSpc>
                <a:spcPts val="2220"/>
              </a:lnSpc>
              <a:spcBef>
                <a:spcPts val="2200"/>
              </a:spcBef>
              <a:buNone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9pPr>
          </a:lstStyle>
          <a:p>
            <a:r>
              <a:rPr lang="en-US" dirty="0"/>
              <a:t>段落一。
段落二，可用品牌蓝色强调关键词。</a:t>
            </a:r>
          </a:p>
        </p:txBody>
      </p:sp>
      <p:pic>
        <p:nvPicPr>
          <p:cNvPr id="64" name="Phone Frame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5760" y="987552"/>
            <a:ext cx="2468380" cy="4754880"/>
          </a:xfrm>
          <a:prstGeom prst="rect">
            <a:avLst/>
          </a:prstGeom>
        </p:spPr>
      </p:pic>
      <p:pic>
        <p:nvPicPr>
          <p:cNvPr id="65" name="Phone Frame 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978408"/>
            <a:ext cx="2477874" cy="4773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05 居中标题 · 双手机列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 xmlns:r="http://schemas.openxmlformats.org/officeDocument/2006/relationships">
        <p:nvSpPr>
          <p:cNvPr id="62" name="Phone Screen 62"/>
          <p:cNvSpPr/>
          <p:nvPr/>
        </p:nvSpPr>
        <p:spPr>
          <a:xfrm>
            <a:off x="9339072" y="1330960"/>
            <a:ext cx="1910080" cy="4120896"/>
          </a:xfrm>
          <a:prstGeom prst="roundRect">
            <a:avLst>
              <a:gd name="adj" fmla="val 13947"/>
            </a:avLst>
          </a:prstGeom>
          <a:solidFill>
            <a:srgbClr val="F2F2F4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63" name="Phone Screenshot 63"/>
          <p:cNvSpPr>
            <a:spLocks noGrp="1"/>
          </p:cNvSpPr>
          <p:nvPr>
            <p:ph type="pic" idx="73" hasCustomPrompt="1"/>
          </p:nvPr>
        </p:nvSpPr>
        <p:spPr>
          <a:xfrm>
            <a:off x="9339072" y="1330960"/>
            <a:ext cx="1910080" cy="4120896"/>
          </a:xfrm>
          <a:prstGeom prst="roundRect">
            <a:avLst>
              <a:gd name="adj" fmla="val 13947"/>
            </a:avLst>
          </a:prstGeom>
          <a:solidFill>
            <a:srgbClr val="F2F2F4"/>
          </a:solidFill>
        </p:spPr>
        <p:txBody>
          <a:bodyPr wrap="square" lIns="45720" tIns="45720" rIns="45720" bIns="45720" anchor="ctr"/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250" b="0" kern="1200">
                <a:solidFill>
                  <a:srgbClr val="8E8E93"/>
                </a:solidFill>
                <a:latin typeface="+mn-lt"/>
                <a:cs typeface="+mn-lt"/>
              </a:defRPr>
            </a:lvl1pPr>
          </a:lstStyle>
          <a:p>
            <a:r>
              <a:rPr lang="zh-CN" altLang="en-US" dirty="0"/>
              <a:t>点击插入截图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60" name="Phone Screen 60"/>
          <p:cNvSpPr/>
          <p:nvPr/>
        </p:nvSpPr>
        <p:spPr>
          <a:xfrm>
            <a:off x="890016" y="1330960"/>
            <a:ext cx="1910080" cy="4120896"/>
          </a:xfrm>
          <a:prstGeom prst="roundRect">
            <a:avLst>
              <a:gd name="adj" fmla="val 13947"/>
            </a:avLst>
          </a:prstGeom>
          <a:solidFill>
            <a:srgbClr val="F2F2F4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61" name="Phone Screenshot 61"/>
          <p:cNvSpPr>
            <a:spLocks noGrp="1"/>
          </p:cNvSpPr>
          <p:nvPr>
            <p:ph type="pic" idx="71" hasCustomPrompt="1"/>
          </p:nvPr>
        </p:nvSpPr>
        <p:spPr>
          <a:xfrm>
            <a:off x="890016" y="1330960"/>
            <a:ext cx="1910080" cy="4120896"/>
          </a:xfrm>
          <a:prstGeom prst="roundRect">
            <a:avLst>
              <a:gd name="adj" fmla="val 13947"/>
            </a:avLst>
          </a:prstGeom>
          <a:solidFill>
            <a:srgbClr val="F2F2F4"/>
          </a:solidFill>
        </p:spPr>
        <p:txBody>
          <a:bodyPr wrap="square" lIns="45720" tIns="45720" rIns="45720" bIns="45720" anchor="ctr"/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250" b="0" kern="1200">
                <a:solidFill>
                  <a:srgbClr val="8E8E93"/>
                </a:solidFill>
                <a:latin typeface="+mn-lt"/>
                <a:cs typeface="+mn-lt"/>
              </a:defRPr>
            </a:lvl1pPr>
          </a:lstStyle>
          <a:p>
            <a:r>
              <a:rPr lang="zh-CN" altLang="en-US" dirty="0"/>
              <a:t>点击插入截图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0" name="Title"/>
          <p:cNvSpPr>
            <a:spLocks noGrp="1"/>
          </p:cNvSpPr>
          <p:nvPr>
            <p:ph type="title" hasCustomPrompt="1"/>
          </p:nvPr>
        </p:nvSpPr>
        <p:spPr>
          <a:xfrm>
            <a:off x="0" y="640080"/>
            <a:ext cx="12191969" cy="713232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ctr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1pPr>
            <a:lvl2pPr marL="0" indent="0" algn="ctr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2pPr>
            <a:lvl3pPr marL="0" indent="0" algn="ctr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3pPr>
            <a:lvl4pPr marL="0" indent="0" algn="ctr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4pPr>
            <a:lvl5pPr marL="0" indent="0" algn="ctr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5pPr>
            <a:lvl6pPr marL="0" indent="0" algn="ctr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6pPr>
            <a:lvl7pPr marL="0" indent="0" algn="ctr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7pPr>
            <a:lvl8pPr marL="0" indent="0" algn="ctr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8pPr>
            <a:lvl9pPr marL="0" indent="0" algn="ctr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9pPr>
          </a:lstStyle>
          <a:p>
            <a:r>
              <a:rPr lang="en-US" dirty="0"/>
              <a:t>Content Message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1" name="Lead-in"/>
          <p:cNvSpPr>
            <a:spLocks noGrp="1"/>
          </p:cNvSpPr>
          <p:nvPr>
            <p:ph type="body" idx="2" hasCustomPrompt="1"/>
          </p:nvPr>
        </p:nvSpPr>
        <p:spPr>
          <a:xfrm>
            <a:off x="3392424" y="1783080"/>
            <a:ext cx="4937760" cy="82296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>
              <a:lnSpc>
                <a:spcPts val="2670"/>
              </a:lnSpc>
              <a:spcBef>
                <a:spcPts val="0"/>
              </a:spcBef>
              <a:buNone/>
              <a:defRPr sz="1500" b="1" kern="1200">
                <a:solidFill>
                  <a:srgbClr val="333333"/>
                </a:solidFill>
                <a:latin typeface="+mn-lt"/>
                <a:cs typeface="+mn-lt"/>
              </a:defRPr>
            </a:lvl1pPr>
            <a:lvl2pPr marL="0" indent="0" algn="l">
              <a:lnSpc>
                <a:spcPts val="2670"/>
              </a:lnSpc>
              <a:spcBef>
                <a:spcPts val="0"/>
              </a:spcBef>
              <a:buNone/>
              <a:defRPr sz="1500" b="1" kern="1200">
                <a:solidFill>
                  <a:srgbClr val="333333"/>
                </a:solidFill>
                <a:latin typeface="+mn-lt"/>
                <a:cs typeface="+mn-lt"/>
              </a:defRPr>
            </a:lvl2pPr>
            <a:lvl3pPr marL="0" indent="0" algn="l">
              <a:lnSpc>
                <a:spcPts val="2670"/>
              </a:lnSpc>
              <a:spcBef>
                <a:spcPts val="0"/>
              </a:spcBef>
              <a:buNone/>
              <a:defRPr sz="1500" b="1" kern="1200">
                <a:solidFill>
                  <a:srgbClr val="333333"/>
                </a:solidFill>
                <a:latin typeface="+mn-lt"/>
                <a:cs typeface="+mn-lt"/>
              </a:defRPr>
            </a:lvl3pPr>
            <a:lvl4pPr marL="0" indent="0" algn="l">
              <a:lnSpc>
                <a:spcPts val="2670"/>
              </a:lnSpc>
              <a:spcBef>
                <a:spcPts val="0"/>
              </a:spcBef>
              <a:buNone/>
              <a:defRPr sz="1500" b="1" kern="1200">
                <a:solidFill>
                  <a:srgbClr val="333333"/>
                </a:solidFill>
                <a:latin typeface="+mn-lt"/>
                <a:cs typeface="+mn-lt"/>
              </a:defRPr>
            </a:lvl4pPr>
            <a:lvl5pPr marL="0" indent="0" algn="l">
              <a:lnSpc>
                <a:spcPts val="2670"/>
              </a:lnSpc>
              <a:spcBef>
                <a:spcPts val="0"/>
              </a:spcBef>
              <a:buNone/>
              <a:defRPr sz="1500" b="1" kern="1200">
                <a:solidFill>
                  <a:srgbClr val="333333"/>
                </a:solidFill>
                <a:latin typeface="+mn-lt"/>
                <a:cs typeface="+mn-lt"/>
              </a:defRPr>
            </a:lvl5pPr>
            <a:lvl6pPr marL="0" indent="0" algn="l">
              <a:lnSpc>
                <a:spcPts val="2670"/>
              </a:lnSpc>
              <a:spcBef>
                <a:spcPts val="0"/>
              </a:spcBef>
              <a:buNone/>
              <a:defRPr sz="1500" b="1" kern="1200">
                <a:solidFill>
                  <a:srgbClr val="333333"/>
                </a:solidFill>
                <a:latin typeface="+mn-lt"/>
                <a:cs typeface="+mn-lt"/>
              </a:defRPr>
            </a:lvl6pPr>
            <a:lvl7pPr marL="0" indent="0" algn="l">
              <a:lnSpc>
                <a:spcPts val="2670"/>
              </a:lnSpc>
              <a:spcBef>
                <a:spcPts val="0"/>
              </a:spcBef>
              <a:buNone/>
              <a:defRPr sz="1500" b="1" kern="1200">
                <a:solidFill>
                  <a:srgbClr val="333333"/>
                </a:solidFill>
                <a:latin typeface="+mn-lt"/>
                <a:cs typeface="+mn-lt"/>
              </a:defRPr>
            </a:lvl7pPr>
            <a:lvl8pPr marL="0" indent="0" algn="l">
              <a:lnSpc>
                <a:spcPts val="2670"/>
              </a:lnSpc>
              <a:spcBef>
                <a:spcPts val="0"/>
              </a:spcBef>
              <a:buNone/>
              <a:defRPr sz="1500" b="1" kern="1200">
                <a:solidFill>
                  <a:srgbClr val="333333"/>
                </a:solidFill>
                <a:latin typeface="+mn-lt"/>
                <a:cs typeface="+mn-lt"/>
              </a:defRPr>
            </a:lvl8pPr>
            <a:lvl9pPr marL="0" indent="0" algn="l">
              <a:lnSpc>
                <a:spcPts val="2670"/>
              </a:lnSpc>
              <a:spcBef>
                <a:spcPts val="0"/>
              </a:spcBef>
              <a:buNone/>
              <a:defRPr sz="1500" b="1" kern="1200">
                <a:solidFill>
                  <a:srgbClr val="333333"/>
                </a:solidFill>
                <a:latin typeface="+mn-lt"/>
                <a:cs typeface="+mn-lt"/>
              </a:defRPr>
            </a:lvl9pPr>
          </a:lstStyle>
          <a:p>
            <a:r>
              <a:rPr lang="en-US" dirty="0"/>
              <a:t>引导句，两行以内。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2" name="Numbered List"/>
          <p:cNvSpPr>
            <a:spLocks noGrp="1"/>
          </p:cNvSpPr>
          <p:nvPr>
            <p:ph type="body" idx="1" hasCustomPrompt="1"/>
          </p:nvPr>
        </p:nvSpPr>
        <p:spPr>
          <a:xfrm>
            <a:off x="3721608" y="2834640"/>
            <a:ext cx="4846320" cy="2468880"/>
          </a:xfrm>
        </p:spPr>
        <p:txBody>
          <a:bodyPr vert="horz" wrap="square" lIns="0" tIns="0" rIns="0" bIns="0" rtlCol="0" anchor="t">
            <a:normAutofit/>
          </a:bodyPr>
          <a:lstStyle>
            <a:lvl1pPr marL="237744" indent="-237744" algn="l">
              <a:lnSpc>
                <a:spcPts val="2670"/>
              </a:lnSpc>
              <a:spcBef>
                <a:spcPts val="0"/>
              </a:spcBef>
              <a:buFont typeface="+mn-lt"/>
              <a:buAutoNum type="arabicPeriod"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1pPr>
            <a:lvl2pPr marL="237744" indent="-237744" algn="l">
              <a:lnSpc>
                <a:spcPts val="2670"/>
              </a:lnSpc>
              <a:spcBef>
                <a:spcPts val="0"/>
              </a:spcBef>
              <a:buFont typeface="+mn-lt"/>
              <a:buAutoNum type="arabicPeriod"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2pPr>
            <a:lvl3pPr marL="237744" indent="-237744" algn="l">
              <a:lnSpc>
                <a:spcPts val="2670"/>
              </a:lnSpc>
              <a:spcBef>
                <a:spcPts val="0"/>
              </a:spcBef>
              <a:buFont typeface="+mn-lt"/>
              <a:buAutoNum type="arabicPeriod"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3pPr>
            <a:lvl4pPr marL="237744" indent="-237744" algn="l">
              <a:lnSpc>
                <a:spcPts val="2670"/>
              </a:lnSpc>
              <a:spcBef>
                <a:spcPts val="0"/>
              </a:spcBef>
              <a:buFont typeface="+mn-lt"/>
              <a:buAutoNum type="arabicPeriod"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4pPr>
            <a:lvl5pPr marL="237744" indent="-237744" algn="l">
              <a:lnSpc>
                <a:spcPts val="2670"/>
              </a:lnSpc>
              <a:spcBef>
                <a:spcPts val="0"/>
              </a:spcBef>
              <a:buFont typeface="+mn-lt"/>
              <a:buAutoNum type="arabicPeriod"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5pPr>
            <a:lvl6pPr marL="237744" indent="-237744" algn="l">
              <a:lnSpc>
                <a:spcPts val="2670"/>
              </a:lnSpc>
              <a:spcBef>
                <a:spcPts val="0"/>
              </a:spcBef>
              <a:buFont typeface="+mn-lt"/>
              <a:buAutoNum type="arabicPeriod"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6pPr>
            <a:lvl7pPr marL="237744" indent="-237744" algn="l">
              <a:lnSpc>
                <a:spcPts val="2670"/>
              </a:lnSpc>
              <a:spcBef>
                <a:spcPts val="0"/>
              </a:spcBef>
              <a:buFont typeface="+mn-lt"/>
              <a:buAutoNum type="arabicPeriod"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7pPr>
            <a:lvl8pPr marL="237744" indent="-237744" algn="l">
              <a:lnSpc>
                <a:spcPts val="2670"/>
              </a:lnSpc>
              <a:spcBef>
                <a:spcPts val="0"/>
              </a:spcBef>
              <a:buFont typeface="+mn-lt"/>
              <a:buAutoNum type="arabicPeriod"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8pPr>
            <a:lvl9pPr marL="237744" indent="-237744" algn="l">
              <a:lnSpc>
                <a:spcPts val="2670"/>
              </a:lnSpc>
              <a:spcBef>
                <a:spcPts val="0"/>
              </a:spcBef>
              <a:buFont typeface="+mn-lt"/>
              <a:buAutoNum type="arabicPeriod"/>
              <a:defRPr sz="1500" b="0" kern="1200">
                <a:solidFill>
                  <a:srgbClr val="333333"/>
                </a:solidFill>
                <a:latin typeface="+mn-lt"/>
                <a:cs typeface="+mn-lt"/>
              </a:defRPr>
            </a:lvl9pPr>
          </a:lstStyle>
          <a:p>
            <a:r>
              <a:rPr lang="en-US" dirty="0"/>
              <a:t>要点一
要点二
要点三</a:t>
            </a:r>
          </a:p>
        </p:txBody>
      </p:sp>
      <p:pic>
        <p:nvPicPr>
          <p:cNvPr id="64" name="Phone Frame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152144"/>
            <a:ext cx="2316480" cy="4462272"/>
          </a:xfrm>
          <a:prstGeom prst="rect">
            <a:avLst/>
          </a:prstGeom>
        </p:spPr>
      </p:pic>
      <p:pic>
        <p:nvPicPr>
          <p:cNvPr id="65" name="Phone Frame 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152144"/>
            <a:ext cx="2316480" cy="44622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06 左手机 · 右内容列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 xmlns:r="http://schemas.openxmlformats.org/officeDocument/2006/relationships">
        <p:nvSpPr>
          <p:cNvPr id="60" name="Phone Screen 60"/>
          <p:cNvSpPr/>
          <p:nvPr/>
        </p:nvSpPr>
        <p:spPr>
          <a:xfrm>
            <a:off x="1368502" y="736300"/>
            <a:ext cx="2297575" cy="4956897"/>
          </a:xfrm>
          <a:prstGeom prst="roundRect">
            <a:avLst>
              <a:gd name="adj" fmla="val 13947"/>
            </a:avLst>
          </a:prstGeom>
          <a:solidFill>
            <a:srgbClr val="F2F2F4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61" name="Phone Screenshot 61"/>
          <p:cNvSpPr>
            <a:spLocks noGrp="1"/>
          </p:cNvSpPr>
          <p:nvPr>
            <p:ph type="pic" idx="71" hasCustomPrompt="1"/>
          </p:nvPr>
        </p:nvSpPr>
        <p:spPr>
          <a:xfrm>
            <a:off x="1368502" y="736300"/>
            <a:ext cx="2297575" cy="4956897"/>
          </a:xfrm>
          <a:prstGeom prst="roundRect">
            <a:avLst>
              <a:gd name="adj" fmla="val 13947"/>
            </a:avLst>
          </a:prstGeom>
          <a:solidFill>
            <a:srgbClr val="F2F2F4"/>
          </a:solidFill>
        </p:spPr>
        <p:txBody>
          <a:bodyPr wrap="square" lIns="45720" tIns="45720" rIns="45720" bIns="45720" anchor="ctr"/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250" b="0" kern="1200">
                <a:solidFill>
                  <a:srgbClr val="8E8E93"/>
                </a:solidFill>
                <a:latin typeface="+mn-lt"/>
                <a:cs typeface="+mn-lt"/>
              </a:defRPr>
            </a:lvl1pPr>
          </a:lstStyle>
          <a:p>
            <a:r>
              <a:rPr lang="zh-CN" altLang="en-US" dirty="0"/>
              <a:t>点击插入截图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0" name="Caption"/>
          <p:cNvSpPr>
            <a:spLocks noGrp="1"/>
          </p:cNvSpPr>
          <p:nvPr>
            <p:ph type="body" idx="3" hasCustomPrompt="1"/>
          </p:nvPr>
        </p:nvSpPr>
        <p:spPr>
          <a:xfrm>
            <a:off x="1133856" y="6007608"/>
            <a:ext cx="3017520" cy="68580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>
              <a:lnSpc>
                <a:spcPts val="2220"/>
              </a:lnSpc>
              <a:spcBef>
                <a:spcPts val="0"/>
              </a:spcBef>
              <a:buNone/>
              <a:defRPr sz="1500" b="0" kern="1200">
                <a:solidFill>
                  <a:srgbClr val="8E8E93"/>
                </a:solidFill>
                <a:latin typeface="+mn-lt"/>
                <a:cs typeface="+mn-lt"/>
              </a:defRPr>
            </a:lvl1pPr>
            <a:lvl2pPr marL="0" indent="0" algn="l">
              <a:lnSpc>
                <a:spcPts val="2220"/>
              </a:lnSpc>
              <a:spcBef>
                <a:spcPts val="0"/>
              </a:spcBef>
              <a:buNone/>
              <a:defRPr sz="1500" b="0" kern="1200">
                <a:solidFill>
                  <a:srgbClr val="8E8E93"/>
                </a:solidFill>
                <a:latin typeface="+mn-lt"/>
                <a:cs typeface="+mn-lt"/>
              </a:defRPr>
            </a:lvl2pPr>
            <a:lvl3pPr marL="0" indent="0" algn="l">
              <a:lnSpc>
                <a:spcPts val="2220"/>
              </a:lnSpc>
              <a:spcBef>
                <a:spcPts val="0"/>
              </a:spcBef>
              <a:buNone/>
              <a:defRPr sz="1500" b="0" kern="1200">
                <a:solidFill>
                  <a:srgbClr val="8E8E93"/>
                </a:solidFill>
                <a:latin typeface="+mn-lt"/>
                <a:cs typeface="+mn-lt"/>
              </a:defRPr>
            </a:lvl3pPr>
            <a:lvl4pPr marL="0" indent="0" algn="l">
              <a:lnSpc>
                <a:spcPts val="2220"/>
              </a:lnSpc>
              <a:spcBef>
                <a:spcPts val="0"/>
              </a:spcBef>
              <a:buNone/>
              <a:defRPr sz="1500" b="0" kern="1200">
                <a:solidFill>
                  <a:srgbClr val="8E8E93"/>
                </a:solidFill>
                <a:latin typeface="+mn-lt"/>
                <a:cs typeface="+mn-lt"/>
              </a:defRPr>
            </a:lvl4pPr>
            <a:lvl5pPr marL="0" indent="0" algn="l">
              <a:lnSpc>
                <a:spcPts val="2220"/>
              </a:lnSpc>
              <a:spcBef>
                <a:spcPts val="0"/>
              </a:spcBef>
              <a:buNone/>
              <a:defRPr sz="1500" b="0" kern="1200">
                <a:solidFill>
                  <a:srgbClr val="8E8E93"/>
                </a:solidFill>
                <a:latin typeface="+mn-lt"/>
                <a:cs typeface="+mn-lt"/>
              </a:defRPr>
            </a:lvl5pPr>
            <a:lvl6pPr marL="0" indent="0" algn="l">
              <a:lnSpc>
                <a:spcPts val="2220"/>
              </a:lnSpc>
              <a:spcBef>
                <a:spcPts val="0"/>
              </a:spcBef>
              <a:buNone/>
              <a:defRPr sz="1500" b="0" kern="1200">
                <a:solidFill>
                  <a:srgbClr val="8E8E93"/>
                </a:solidFill>
                <a:latin typeface="+mn-lt"/>
                <a:cs typeface="+mn-lt"/>
              </a:defRPr>
            </a:lvl6pPr>
            <a:lvl7pPr marL="0" indent="0" algn="l">
              <a:lnSpc>
                <a:spcPts val="2220"/>
              </a:lnSpc>
              <a:spcBef>
                <a:spcPts val="0"/>
              </a:spcBef>
              <a:buNone/>
              <a:defRPr sz="1500" b="0" kern="1200">
                <a:solidFill>
                  <a:srgbClr val="8E8E93"/>
                </a:solidFill>
                <a:latin typeface="+mn-lt"/>
                <a:cs typeface="+mn-lt"/>
              </a:defRPr>
            </a:lvl7pPr>
            <a:lvl8pPr marL="0" indent="0" algn="l">
              <a:lnSpc>
                <a:spcPts val="2220"/>
              </a:lnSpc>
              <a:spcBef>
                <a:spcPts val="0"/>
              </a:spcBef>
              <a:buNone/>
              <a:defRPr sz="1500" b="0" kern="1200">
                <a:solidFill>
                  <a:srgbClr val="8E8E93"/>
                </a:solidFill>
                <a:latin typeface="+mn-lt"/>
                <a:cs typeface="+mn-lt"/>
              </a:defRPr>
            </a:lvl8pPr>
            <a:lvl9pPr marL="0" indent="0" algn="l">
              <a:lnSpc>
                <a:spcPts val="2220"/>
              </a:lnSpc>
              <a:spcBef>
                <a:spcPts val="0"/>
              </a:spcBef>
              <a:buNone/>
              <a:defRPr sz="1500" b="0" kern="1200">
                <a:solidFill>
                  <a:srgbClr val="8E8E93"/>
                </a:solidFill>
                <a:latin typeface="+mn-lt"/>
                <a:cs typeface="+mn-lt"/>
              </a:defRPr>
            </a:lvl9pPr>
          </a:lstStyle>
          <a:p>
            <a:r>
              <a:rPr lang="en-US" dirty="0"/>
              <a:t>Click image to watch</a:t>
            </a:r>
          </a:p>
          <a:p>
            <a:r>
              <a:rPr lang="en-US" dirty="0"/>
              <a:t>(sample only)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1" name="Title"/>
          <p:cNvSpPr>
            <a:spLocks noGrp="1"/>
          </p:cNvSpPr>
          <p:nvPr>
            <p:ph type="title" hasCustomPrompt="1"/>
          </p:nvPr>
        </p:nvSpPr>
        <p:spPr>
          <a:xfrm>
            <a:off x="4535424" y="969264"/>
            <a:ext cx="6949440" cy="658368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1pPr>
            <a:lvl2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2pPr>
            <a:lvl3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3pPr>
            <a:lvl4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4pPr>
            <a:lvl5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5pPr>
            <a:lvl6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6pPr>
            <a:lvl7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7pPr>
            <a:lvl8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8pPr>
            <a:lvl9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9pPr>
          </a:lstStyle>
          <a:p>
            <a:r>
              <a:rPr lang="en-US" dirty="0"/>
              <a:t>Content Reference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2" name="Subtitle"/>
          <p:cNvSpPr>
            <a:spLocks noGrp="1"/>
          </p:cNvSpPr>
          <p:nvPr>
            <p:ph type="body" idx="2" hasCustomPrompt="1"/>
          </p:nvPr>
        </p:nvSpPr>
        <p:spPr>
          <a:xfrm>
            <a:off x="4535424" y="1627632"/>
            <a:ext cx="6949440" cy="438912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>
              <a:lnSpc>
                <a:spcPts val="1800"/>
              </a:lnSpc>
              <a:spcBef>
                <a:spcPts val="0"/>
              </a:spcBef>
              <a:buNone/>
              <a:defRPr sz="1800" b="1" kern="1200">
                <a:solidFill>
                  <a:srgbClr val="333333"/>
                </a:solidFill>
                <a:latin typeface="+mn-lt"/>
                <a:cs typeface="+mn-lt"/>
              </a:defRPr>
            </a:lvl1pPr>
            <a:lvl2pPr marL="0" indent="0" algn="l">
              <a:lnSpc>
                <a:spcPts val="1800"/>
              </a:lnSpc>
              <a:spcBef>
                <a:spcPts val="0"/>
              </a:spcBef>
              <a:buNone/>
              <a:defRPr sz="1800" b="1" kern="1200">
                <a:solidFill>
                  <a:srgbClr val="333333"/>
                </a:solidFill>
                <a:latin typeface="+mn-lt"/>
                <a:cs typeface="+mn-lt"/>
              </a:defRPr>
            </a:lvl2pPr>
            <a:lvl3pPr marL="0" indent="0" algn="l">
              <a:lnSpc>
                <a:spcPts val="1800"/>
              </a:lnSpc>
              <a:spcBef>
                <a:spcPts val="0"/>
              </a:spcBef>
              <a:buNone/>
              <a:defRPr sz="1800" b="1" kern="1200">
                <a:solidFill>
                  <a:srgbClr val="333333"/>
                </a:solidFill>
                <a:latin typeface="+mn-lt"/>
                <a:cs typeface="+mn-lt"/>
              </a:defRPr>
            </a:lvl3pPr>
            <a:lvl4pPr marL="0" indent="0" algn="l">
              <a:lnSpc>
                <a:spcPts val="1800"/>
              </a:lnSpc>
              <a:spcBef>
                <a:spcPts val="0"/>
              </a:spcBef>
              <a:buNone/>
              <a:defRPr sz="1800" b="1" kern="1200">
                <a:solidFill>
                  <a:srgbClr val="333333"/>
                </a:solidFill>
                <a:latin typeface="+mn-lt"/>
                <a:cs typeface="+mn-lt"/>
              </a:defRPr>
            </a:lvl4pPr>
            <a:lvl5pPr marL="0" indent="0" algn="l">
              <a:lnSpc>
                <a:spcPts val="1800"/>
              </a:lnSpc>
              <a:spcBef>
                <a:spcPts val="0"/>
              </a:spcBef>
              <a:buNone/>
              <a:defRPr sz="1800" b="1" kern="1200">
                <a:solidFill>
                  <a:srgbClr val="333333"/>
                </a:solidFill>
                <a:latin typeface="+mn-lt"/>
                <a:cs typeface="+mn-lt"/>
              </a:defRPr>
            </a:lvl5pPr>
            <a:lvl6pPr marL="0" indent="0" algn="l">
              <a:lnSpc>
                <a:spcPts val="1800"/>
              </a:lnSpc>
              <a:spcBef>
                <a:spcPts val="0"/>
              </a:spcBef>
              <a:buNone/>
              <a:defRPr sz="1800" b="1" kern="1200">
                <a:solidFill>
                  <a:srgbClr val="333333"/>
                </a:solidFill>
                <a:latin typeface="+mn-lt"/>
                <a:cs typeface="+mn-lt"/>
              </a:defRPr>
            </a:lvl6pPr>
            <a:lvl7pPr marL="0" indent="0" algn="l">
              <a:lnSpc>
                <a:spcPts val="1800"/>
              </a:lnSpc>
              <a:spcBef>
                <a:spcPts val="0"/>
              </a:spcBef>
              <a:buNone/>
              <a:defRPr sz="1800" b="1" kern="1200">
                <a:solidFill>
                  <a:srgbClr val="333333"/>
                </a:solidFill>
                <a:latin typeface="+mn-lt"/>
                <a:cs typeface="+mn-lt"/>
              </a:defRPr>
            </a:lvl7pPr>
            <a:lvl8pPr marL="0" indent="0" algn="l">
              <a:lnSpc>
                <a:spcPts val="1800"/>
              </a:lnSpc>
              <a:spcBef>
                <a:spcPts val="0"/>
              </a:spcBef>
              <a:buNone/>
              <a:defRPr sz="1800" b="1" kern="1200">
                <a:solidFill>
                  <a:srgbClr val="333333"/>
                </a:solidFill>
                <a:latin typeface="+mn-lt"/>
                <a:cs typeface="+mn-lt"/>
              </a:defRPr>
            </a:lvl8pPr>
            <a:lvl9pPr marL="0" indent="0" algn="l">
              <a:lnSpc>
                <a:spcPts val="1800"/>
              </a:lnSpc>
              <a:spcBef>
                <a:spcPts val="0"/>
              </a:spcBef>
              <a:buNone/>
              <a:defRPr sz="1800" b="1" kern="1200">
                <a:solidFill>
                  <a:srgbClr val="333333"/>
                </a:solidFill>
                <a:latin typeface="+mn-lt"/>
                <a:cs typeface="+mn-lt"/>
              </a:defRPr>
            </a:lvl9pPr>
          </a:lstStyle>
          <a:p>
            <a:r>
              <a:rPr lang="en-US" dirty="0"/>
              <a:t>One Activity Experience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3" name="List"/>
          <p:cNvSpPr>
            <a:spLocks noGrp="1"/>
          </p:cNvSpPr>
          <p:nvPr>
            <p:ph type="body" idx="1" hasCustomPrompt="1"/>
          </p:nvPr>
        </p:nvSpPr>
        <p:spPr>
          <a:xfrm>
            <a:off x="4535424" y="2304288"/>
            <a:ext cx="6949440" cy="3017520"/>
          </a:xfrm>
        </p:spPr>
        <p:txBody>
          <a:bodyPr vert="horz" wrap="square" lIns="0" tIns="0" rIns="0" bIns="0" rtlCol="0" anchor="t">
            <a:normAutofit/>
          </a:bodyPr>
          <a:lstStyle>
            <a:lvl1pPr marL="256032" indent="-256032" algn="l">
              <a:lnSpc>
                <a:spcPts val="2682"/>
              </a:lnSpc>
              <a:spcBef>
                <a:spcPts val="0"/>
              </a:spcBef>
              <a:buFont typeface="Arial" pitchFamily="34" charset="0"/>
              <a:buChar char="•"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1pPr>
            <a:lvl2pPr marL="256032" indent="-256032" algn="l">
              <a:lnSpc>
                <a:spcPts val="2682"/>
              </a:lnSpc>
              <a:spcBef>
                <a:spcPts val="0"/>
              </a:spcBef>
              <a:buFont typeface="Arial" pitchFamily="34" charset="0"/>
              <a:buChar char="•"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2pPr>
            <a:lvl3pPr marL="256032" indent="-256032" algn="l">
              <a:lnSpc>
                <a:spcPts val="2682"/>
              </a:lnSpc>
              <a:spcBef>
                <a:spcPts val="0"/>
              </a:spcBef>
              <a:buFont typeface="Arial" pitchFamily="34" charset="0"/>
              <a:buChar char="•"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3pPr>
            <a:lvl4pPr marL="256032" indent="-256032" algn="l">
              <a:lnSpc>
                <a:spcPts val="2682"/>
              </a:lnSpc>
              <a:spcBef>
                <a:spcPts val="0"/>
              </a:spcBef>
              <a:buFont typeface="Arial" pitchFamily="34" charset="0"/>
              <a:buChar char="•"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4pPr>
            <a:lvl5pPr marL="256032" indent="-256032" algn="l">
              <a:lnSpc>
                <a:spcPts val="2682"/>
              </a:lnSpc>
              <a:spcBef>
                <a:spcPts val="0"/>
              </a:spcBef>
              <a:buFont typeface="Arial" pitchFamily="34" charset="0"/>
              <a:buChar char="•"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5pPr>
            <a:lvl6pPr marL="256032" indent="-256032" algn="l">
              <a:lnSpc>
                <a:spcPts val="2682"/>
              </a:lnSpc>
              <a:spcBef>
                <a:spcPts val="0"/>
              </a:spcBef>
              <a:buFont typeface="Arial" pitchFamily="34" charset="0"/>
              <a:buChar char="•"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6pPr>
            <a:lvl7pPr marL="256032" indent="-256032" algn="l">
              <a:lnSpc>
                <a:spcPts val="2682"/>
              </a:lnSpc>
              <a:spcBef>
                <a:spcPts val="0"/>
              </a:spcBef>
              <a:buFont typeface="Arial" pitchFamily="34" charset="0"/>
              <a:buChar char="•"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7pPr>
            <a:lvl8pPr marL="256032" indent="-256032" algn="l">
              <a:lnSpc>
                <a:spcPts val="2682"/>
              </a:lnSpc>
              <a:spcBef>
                <a:spcPts val="0"/>
              </a:spcBef>
              <a:buFont typeface="Arial" pitchFamily="34" charset="0"/>
              <a:buChar char="•"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8pPr>
            <a:lvl9pPr marL="256032" indent="-256032" algn="l">
              <a:lnSpc>
                <a:spcPts val="2682"/>
              </a:lnSpc>
              <a:spcBef>
                <a:spcPts val="0"/>
              </a:spcBef>
              <a:buFont typeface="Arial" pitchFamily="34" charset="0"/>
              <a:buChar char="•"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9pPr>
          </a:lstStyle>
          <a:p>
            <a:r>
              <a:rPr lang="en-US" dirty="0"/>
              <a:t>Video Flow:
步骤一
步骤二
步骤三</a:t>
            </a:r>
          </a:p>
        </p:txBody>
      </p:sp>
      <p:pic>
        <p:nvPicPr>
          <p:cNvPr id="62" name="Phone Frame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521207"/>
            <a:ext cx="2786421" cy="53675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07 左手机 · 双栏清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 xmlns:r="http://schemas.openxmlformats.org/officeDocument/2006/relationships">
        <p:nvSpPr>
          <p:cNvPr id="60" name="Phone Screen 60"/>
          <p:cNvSpPr/>
          <p:nvPr/>
        </p:nvSpPr>
        <p:spPr>
          <a:xfrm>
            <a:off x="1157440" y="771427"/>
            <a:ext cx="2379771" cy="5134231"/>
          </a:xfrm>
          <a:prstGeom prst="roundRect">
            <a:avLst>
              <a:gd name="adj" fmla="val 13947"/>
            </a:avLst>
          </a:prstGeom>
          <a:solidFill>
            <a:srgbClr val="F2F2F4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61" name="Phone Screenshot 61"/>
          <p:cNvSpPr>
            <a:spLocks noGrp="1"/>
          </p:cNvSpPr>
          <p:nvPr>
            <p:ph type="pic" idx="71" hasCustomPrompt="1"/>
          </p:nvPr>
        </p:nvSpPr>
        <p:spPr>
          <a:xfrm>
            <a:off x="1157440" y="771427"/>
            <a:ext cx="2379771" cy="5134231"/>
          </a:xfrm>
          <a:prstGeom prst="roundRect">
            <a:avLst>
              <a:gd name="adj" fmla="val 13947"/>
            </a:avLst>
          </a:prstGeom>
          <a:solidFill>
            <a:srgbClr val="F2F2F4"/>
          </a:solidFill>
        </p:spPr>
        <p:txBody>
          <a:bodyPr wrap="square" lIns="45720" tIns="45720" rIns="45720" bIns="45720" anchor="ctr"/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250" b="0" kern="1200">
                <a:solidFill>
                  <a:srgbClr val="8E8E93"/>
                </a:solidFill>
                <a:latin typeface="+mn-lt"/>
                <a:cs typeface="+mn-lt"/>
              </a:defRPr>
            </a:lvl1pPr>
          </a:lstStyle>
          <a:p>
            <a:r>
              <a:rPr lang="zh-CN" altLang="en-US" dirty="0"/>
              <a:t>点击插入截图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0" name="Title"/>
          <p:cNvSpPr>
            <a:spLocks noGrp="1"/>
          </p:cNvSpPr>
          <p:nvPr>
            <p:ph type="title" hasCustomPrompt="1"/>
          </p:nvPr>
        </p:nvSpPr>
        <p:spPr>
          <a:xfrm>
            <a:off x="4745736" y="640080"/>
            <a:ext cx="6766560" cy="141732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>
              <a:lnSpc>
                <a:spcPts val="3302"/>
              </a:lnSpc>
              <a:spcBef>
                <a:spcPts val="0"/>
              </a:spcBef>
              <a:buNone/>
              <a:defRPr sz="2600" b="1" spc="-20" kern="1200">
                <a:solidFill>
                  <a:srgbClr val="000000"/>
                </a:solidFill>
                <a:latin typeface="+mj-lt"/>
                <a:cs typeface="+mj-lt"/>
              </a:defRPr>
            </a:lvl1pPr>
            <a:lvl2pPr marL="0" indent="0" algn="l">
              <a:lnSpc>
                <a:spcPts val="3302"/>
              </a:lnSpc>
              <a:spcBef>
                <a:spcPts val="0"/>
              </a:spcBef>
              <a:buNone/>
              <a:defRPr sz="2600" b="1" spc="-20" kern="1200">
                <a:solidFill>
                  <a:srgbClr val="000000"/>
                </a:solidFill>
                <a:latin typeface="+mj-lt"/>
                <a:cs typeface="+mj-lt"/>
              </a:defRPr>
            </a:lvl2pPr>
            <a:lvl3pPr marL="0" indent="0" algn="l">
              <a:lnSpc>
                <a:spcPts val="3302"/>
              </a:lnSpc>
              <a:spcBef>
                <a:spcPts val="0"/>
              </a:spcBef>
              <a:buNone/>
              <a:defRPr sz="2600" b="1" spc="-20" kern="1200">
                <a:solidFill>
                  <a:srgbClr val="000000"/>
                </a:solidFill>
                <a:latin typeface="+mj-lt"/>
                <a:cs typeface="+mj-lt"/>
              </a:defRPr>
            </a:lvl3pPr>
            <a:lvl4pPr marL="0" indent="0" algn="l">
              <a:lnSpc>
                <a:spcPts val="3302"/>
              </a:lnSpc>
              <a:spcBef>
                <a:spcPts val="0"/>
              </a:spcBef>
              <a:buNone/>
              <a:defRPr sz="2600" b="1" spc="-20" kern="1200">
                <a:solidFill>
                  <a:srgbClr val="000000"/>
                </a:solidFill>
                <a:latin typeface="+mj-lt"/>
                <a:cs typeface="+mj-lt"/>
              </a:defRPr>
            </a:lvl4pPr>
            <a:lvl5pPr marL="0" indent="0" algn="l">
              <a:lnSpc>
                <a:spcPts val="3302"/>
              </a:lnSpc>
              <a:spcBef>
                <a:spcPts val="0"/>
              </a:spcBef>
              <a:buNone/>
              <a:defRPr sz="2600" b="1" spc="-20" kern="1200">
                <a:solidFill>
                  <a:srgbClr val="000000"/>
                </a:solidFill>
                <a:latin typeface="+mj-lt"/>
                <a:cs typeface="+mj-lt"/>
              </a:defRPr>
            </a:lvl5pPr>
            <a:lvl6pPr marL="0" indent="0" algn="l">
              <a:lnSpc>
                <a:spcPts val="3302"/>
              </a:lnSpc>
              <a:spcBef>
                <a:spcPts val="0"/>
              </a:spcBef>
              <a:buNone/>
              <a:defRPr sz="2600" b="1" spc="-20" kern="1200">
                <a:solidFill>
                  <a:srgbClr val="000000"/>
                </a:solidFill>
                <a:latin typeface="+mj-lt"/>
                <a:cs typeface="+mj-lt"/>
              </a:defRPr>
            </a:lvl6pPr>
            <a:lvl7pPr marL="0" indent="0" algn="l">
              <a:lnSpc>
                <a:spcPts val="3302"/>
              </a:lnSpc>
              <a:spcBef>
                <a:spcPts val="0"/>
              </a:spcBef>
              <a:buNone/>
              <a:defRPr sz="2600" b="1" spc="-20" kern="1200">
                <a:solidFill>
                  <a:srgbClr val="000000"/>
                </a:solidFill>
                <a:latin typeface="+mj-lt"/>
                <a:cs typeface="+mj-lt"/>
              </a:defRPr>
            </a:lvl7pPr>
            <a:lvl8pPr marL="0" indent="0" algn="l">
              <a:lnSpc>
                <a:spcPts val="3302"/>
              </a:lnSpc>
              <a:spcBef>
                <a:spcPts val="0"/>
              </a:spcBef>
              <a:buNone/>
              <a:defRPr sz="2600" b="1" spc="-20" kern="1200">
                <a:solidFill>
                  <a:srgbClr val="000000"/>
                </a:solidFill>
                <a:latin typeface="+mj-lt"/>
                <a:cs typeface="+mj-lt"/>
              </a:defRPr>
            </a:lvl8pPr>
            <a:lvl9pPr marL="0" indent="0" algn="l">
              <a:lnSpc>
                <a:spcPts val="3302"/>
              </a:lnSpc>
              <a:spcBef>
                <a:spcPts val="0"/>
              </a:spcBef>
              <a:buNone/>
              <a:defRPr sz="2600" b="1" spc="-20" kern="1200">
                <a:solidFill>
                  <a:srgbClr val="000000"/>
                </a:solidFill>
                <a:latin typeface="+mj-lt"/>
                <a:cs typeface="+mj-lt"/>
              </a:defRPr>
            </a:lvl9pPr>
          </a:lstStyle>
          <a:p>
            <a:r>
              <a:rPr lang="en-US" dirty="0"/>
              <a:t>Hotspots of</a:t>
            </a:r>
          </a:p>
          <a:p>
            <a:r>
              <a:rPr lang="en-US" dirty="0"/>
              <a:t>Gyms &amp; studios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1" name="Column 1"/>
          <p:cNvSpPr>
            <a:spLocks noGrp="1"/>
          </p:cNvSpPr>
          <p:nvPr>
            <p:ph type="body" idx="1" hasCustomPrompt="1"/>
          </p:nvPr>
        </p:nvSpPr>
        <p:spPr>
          <a:xfrm>
            <a:off x="4745736" y="2084831"/>
            <a:ext cx="2743200" cy="301752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>
              <a:lnSpc>
                <a:spcPts val="2664"/>
              </a:lnSpc>
              <a:spcBef>
                <a:spcPts val="0"/>
              </a:spcBef>
              <a:buNone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1pPr>
            <a:lvl2pPr marL="0" indent="0" algn="l">
              <a:lnSpc>
                <a:spcPts val="2664"/>
              </a:lnSpc>
              <a:spcBef>
                <a:spcPts val="0"/>
              </a:spcBef>
              <a:buNone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2pPr>
            <a:lvl3pPr marL="0" indent="0" algn="l">
              <a:lnSpc>
                <a:spcPts val="2664"/>
              </a:lnSpc>
              <a:spcBef>
                <a:spcPts val="0"/>
              </a:spcBef>
              <a:buNone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3pPr>
            <a:lvl4pPr marL="0" indent="0" algn="l">
              <a:lnSpc>
                <a:spcPts val="2664"/>
              </a:lnSpc>
              <a:spcBef>
                <a:spcPts val="0"/>
              </a:spcBef>
              <a:buNone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4pPr>
            <a:lvl5pPr marL="0" indent="0" algn="l">
              <a:lnSpc>
                <a:spcPts val="2664"/>
              </a:lnSpc>
              <a:spcBef>
                <a:spcPts val="0"/>
              </a:spcBef>
              <a:buNone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5pPr>
            <a:lvl6pPr marL="0" indent="0" algn="l">
              <a:lnSpc>
                <a:spcPts val="2664"/>
              </a:lnSpc>
              <a:spcBef>
                <a:spcPts val="0"/>
              </a:spcBef>
              <a:buNone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6pPr>
            <a:lvl7pPr marL="0" indent="0" algn="l">
              <a:lnSpc>
                <a:spcPts val="2664"/>
              </a:lnSpc>
              <a:spcBef>
                <a:spcPts val="0"/>
              </a:spcBef>
              <a:buNone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7pPr>
            <a:lvl8pPr marL="0" indent="0" algn="l">
              <a:lnSpc>
                <a:spcPts val="2664"/>
              </a:lnSpc>
              <a:spcBef>
                <a:spcPts val="0"/>
              </a:spcBef>
              <a:buNone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8pPr>
            <a:lvl9pPr marL="0" indent="0" algn="l">
              <a:lnSpc>
                <a:spcPts val="2664"/>
              </a:lnSpc>
              <a:spcBef>
                <a:spcPts val="0"/>
              </a:spcBef>
              <a:buNone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9pPr>
          </a:lstStyle>
          <a:p>
            <a:r>
              <a:rPr lang="en-US" dirty="0"/>
              <a:t>项目一
项目二
项目三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2" name="Column 2"/>
          <p:cNvSpPr>
            <a:spLocks noGrp="1"/>
          </p:cNvSpPr>
          <p:nvPr>
            <p:ph type="body" idx="2" hasCustomPrompt="1"/>
          </p:nvPr>
        </p:nvSpPr>
        <p:spPr>
          <a:xfrm>
            <a:off x="7507224" y="2084831"/>
            <a:ext cx="3840480" cy="301752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>
              <a:lnSpc>
                <a:spcPts val="2664"/>
              </a:lnSpc>
              <a:spcBef>
                <a:spcPts val="0"/>
              </a:spcBef>
              <a:buNone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1pPr>
            <a:lvl2pPr marL="0" indent="0" algn="l">
              <a:lnSpc>
                <a:spcPts val="2664"/>
              </a:lnSpc>
              <a:spcBef>
                <a:spcPts val="0"/>
              </a:spcBef>
              <a:buNone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2pPr>
            <a:lvl3pPr marL="0" indent="0" algn="l">
              <a:lnSpc>
                <a:spcPts val="2664"/>
              </a:lnSpc>
              <a:spcBef>
                <a:spcPts val="0"/>
              </a:spcBef>
              <a:buNone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3pPr>
            <a:lvl4pPr marL="0" indent="0" algn="l">
              <a:lnSpc>
                <a:spcPts val="2664"/>
              </a:lnSpc>
              <a:spcBef>
                <a:spcPts val="0"/>
              </a:spcBef>
              <a:buNone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4pPr>
            <a:lvl5pPr marL="0" indent="0" algn="l">
              <a:lnSpc>
                <a:spcPts val="2664"/>
              </a:lnSpc>
              <a:spcBef>
                <a:spcPts val="0"/>
              </a:spcBef>
              <a:buNone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5pPr>
            <a:lvl6pPr marL="0" indent="0" algn="l">
              <a:lnSpc>
                <a:spcPts val="2664"/>
              </a:lnSpc>
              <a:spcBef>
                <a:spcPts val="0"/>
              </a:spcBef>
              <a:buNone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6pPr>
            <a:lvl7pPr marL="0" indent="0" algn="l">
              <a:lnSpc>
                <a:spcPts val="2664"/>
              </a:lnSpc>
              <a:spcBef>
                <a:spcPts val="0"/>
              </a:spcBef>
              <a:buNone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7pPr>
            <a:lvl8pPr marL="0" indent="0" algn="l">
              <a:lnSpc>
                <a:spcPts val="2664"/>
              </a:lnSpc>
              <a:spcBef>
                <a:spcPts val="0"/>
              </a:spcBef>
              <a:buNone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8pPr>
            <a:lvl9pPr marL="0" indent="0" algn="l">
              <a:lnSpc>
                <a:spcPts val="2664"/>
              </a:lnSpc>
              <a:spcBef>
                <a:spcPts val="0"/>
              </a:spcBef>
              <a:buNone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9pPr>
          </a:lstStyle>
          <a:p>
            <a:r>
              <a:rPr lang="en-US" dirty="0"/>
              <a:t>项目四
项目五
项目六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3" name="Footnote"/>
          <p:cNvSpPr>
            <a:spLocks noGrp="1"/>
          </p:cNvSpPr>
          <p:nvPr>
            <p:ph type="body" idx="3" hasCustomPrompt="1"/>
          </p:nvPr>
        </p:nvSpPr>
        <p:spPr>
          <a:xfrm>
            <a:off x="4745736" y="5815584"/>
            <a:ext cx="6766560" cy="45720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>
              <a:lnSpc>
                <a:spcPts val="1800"/>
              </a:lnSpc>
              <a:spcBef>
                <a:spcPts val="0"/>
              </a:spcBef>
              <a:buNone/>
              <a:defRPr sz="1800" b="1" kern="1200">
                <a:solidFill>
                  <a:srgbClr val="333333"/>
                </a:solidFill>
                <a:latin typeface="+mn-lt"/>
                <a:cs typeface="+mn-lt"/>
              </a:defRPr>
            </a:lvl1pPr>
            <a:lvl2pPr marL="0" indent="0" algn="l">
              <a:lnSpc>
                <a:spcPts val="1800"/>
              </a:lnSpc>
              <a:spcBef>
                <a:spcPts val="0"/>
              </a:spcBef>
              <a:buNone/>
              <a:defRPr sz="1800" b="1" kern="1200">
                <a:solidFill>
                  <a:srgbClr val="333333"/>
                </a:solidFill>
                <a:latin typeface="+mn-lt"/>
                <a:cs typeface="+mn-lt"/>
              </a:defRPr>
            </a:lvl2pPr>
            <a:lvl3pPr marL="0" indent="0" algn="l">
              <a:lnSpc>
                <a:spcPts val="1800"/>
              </a:lnSpc>
              <a:spcBef>
                <a:spcPts val="0"/>
              </a:spcBef>
              <a:buNone/>
              <a:defRPr sz="1800" b="1" kern="1200">
                <a:solidFill>
                  <a:srgbClr val="333333"/>
                </a:solidFill>
                <a:latin typeface="+mn-lt"/>
                <a:cs typeface="+mn-lt"/>
              </a:defRPr>
            </a:lvl3pPr>
            <a:lvl4pPr marL="0" indent="0" algn="l">
              <a:lnSpc>
                <a:spcPts val="1800"/>
              </a:lnSpc>
              <a:spcBef>
                <a:spcPts val="0"/>
              </a:spcBef>
              <a:buNone/>
              <a:defRPr sz="1800" b="1" kern="1200">
                <a:solidFill>
                  <a:srgbClr val="333333"/>
                </a:solidFill>
                <a:latin typeface="+mn-lt"/>
                <a:cs typeface="+mn-lt"/>
              </a:defRPr>
            </a:lvl4pPr>
            <a:lvl5pPr marL="0" indent="0" algn="l">
              <a:lnSpc>
                <a:spcPts val="1800"/>
              </a:lnSpc>
              <a:spcBef>
                <a:spcPts val="0"/>
              </a:spcBef>
              <a:buNone/>
              <a:defRPr sz="1800" b="1" kern="1200">
                <a:solidFill>
                  <a:srgbClr val="333333"/>
                </a:solidFill>
                <a:latin typeface="+mn-lt"/>
                <a:cs typeface="+mn-lt"/>
              </a:defRPr>
            </a:lvl5pPr>
            <a:lvl6pPr marL="0" indent="0" algn="l">
              <a:lnSpc>
                <a:spcPts val="1800"/>
              </a:lnSpc>
              <a:spcBef>
                <a:spcPts val="0"/>
              </a:spcBef>
              <a:buNone/>
              <a:defRPr sz="1800" b="1" kern="1200">
                <a:solidFill>
                  <a:srgbClr val="333333"/>
                </a:solidFill>
                <a:latin typeface="+mn-lt"/>
                <a:cs typeface="+mn-lt"/>
              </a:defRPr>
            </a:lvl6pPr>
            <a:lvl7pPr marL="0" indent="0" algn="l">
              <a:lnSpc>
                <a:spcPts val="1800"/>
              </a:lnSpc>
              <a:spcBef>
                <a:spcPts val="0"/>
              </a:spcBef>
              <a:buNone/>
              <a:defRPr sz="1800" b="1" kern="1200">
                <a:solidFill>
                  <a:srgbClr val="333333"/>
                </a:solidFill>
                <a:latin typeface="+mn-lt"/>
                <a:cs typeface="+mn-lt"/>
              </a:defRPr>
            </a:lvl7pPr>
            <a:lvl8pPr marL="0" indent="0" algn="l">
              <a:lnSpc>
                <a:spcPts val="1800"/>
              </a:lnSpc>
              <a:spcBef>
                <a:spcPts val="0"/>
              </a:spcBef>
              <a:buNone/>
              <a:defRPr sz="1800" b="1" kern="1200">
                <a:solidFill>
                  <a:srgbClr val="333333"/>
                </a:solidFill>
                <a:latin typeface="+mn-lt"/>
                <a:cs typeface="+mn-lt"/>
              </a:defRPr>
            </a:lvl8pPr>
            <a:lvl9pPr marL="0" indent="0" algn="l">
              <a:lnSpc>
                <a:spcPts val="1800"/>
              </a:lnSpc>
              <a:spcBef>
                <a:spcPts val="0"/>
              </a:spcBef>
              <a:buNone/>
              <a:defRPr sz="1800" b="1" kern="1200">
                <a:solidFill>
                  <a:srgbClr val="333333"/>
                </a:solidFill>
                <a:latin typeface="+mn-lt"/>
                <a:cs typeface="+mn-lt"/>
              </a:defRPr>
            </a:lvl9pPr>
          </a:lstStyle>
          <a:p>
            <a:r>
              <a:rPr lang="en-US" dirty="0"/>
              <a:t>小结一句话。</a:t>
            </a:r>
          </a:p>
        </p:txBody>
      </p:sp>
      <p:pic>
        <p:nvPicPr>
          <p:cNvPr id="62" name="Phone Frame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48640"/>
            <a:ext cx="2886106" cy="55595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08 左手机 · 规则与禁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 xmlns:r="http://schemas.openxmlformats.org/officeDocument/2006/relationships">
        <p:nvSpPr>
          <p:cNvPr id="60" name="Phone Screen 60"/>
          <p:cNvSpPr/>
          <p:nvPr/>
        </p:nvSpPr>
        <p:spPr>
          <a:xfrm>
            <a:off x="1157440" y="771427"/>
            <a:ext cx="2379771" cy="5134231"/>
          </a:xfrm>
          <a:prstGeom prst="roundRect">
            <a:avLst>
              <a:gd name="adj" fmla="val 13947"/>
            </a:avLst>
          </a:prstGeom>
          <a:solidFill>
            <a:srgbClr val="F2F2F4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61" name="Phone Screenshot 61"/>
          <p:cNvSpPr>
            <a:spLocks noGrp="1"/>
          </p:cNvSpPr>
          <p:nvPr>
            <p:ph type="pic" idx="71" hasCustomPrompt="1"/>
          </p:nvPr>
        </p:nvSpPr>
        <p:spPr>
          <a:xfrm>
            <a:off x="1157440" y="771427"/>
            <a:ext cx="2379771" cy="5134231"/>
          </a:xfrm>
          <a:prstGeom prst="roundRect">
            <a:avLst>
              <a:gd name="adj" fmla="val 13947"/>
            </a:avLst>
          </a:prstGeom>
          <a:solidFill>
            <a:srgbClr val="F2F2F4"/>
          </a:solidFill>
        </p:spPr>
        <p:txBody>
          <a:bodyPr wrap="square" lIns="45720" tIns="45720" rIns="45720" bIns="45720" anchor="ctr"/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250" b="0" kern="1200">
                <a:solidFill>
                  <a:srgbClr val="8E8E93"/>
                </a:solidFill>
                <a:latin typeface="+mn-lt"/>
                <a:cs typeface="+mn-lt"/>
              </a:defRPr>
            </a:lvl1pPr>
          </a:lstStyle>
          <a:p>
            <a:r>
              <a:rPr lang="zh-CN" altLang="en-US" dirty="0"/>
              <a:t>点击插入截图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0" name="Title"/>
          <p:cNvSpPr>
            <a:spLocks noGrp="1"/>
          </p:cNvSpPr>
          <p:nvPr>
            <p:ph type="title" hasCustomPrompt="1"/>
          </p:nvPr>
        </p:nvSpPr>
        <p:spPr>
          <a:xfrm>
            <a:off x="4443984" y="621792"/>
            <a:ext cx="7040880" cy="566928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>
              <a:lnSpc>
                <a:spcPts val="2600"/>
              </a:lnSpc>
              <a:spcBef>
                <a:spcPts val="0"/>
              </a:spcBef>
              <a:buNone/>
              <a:defRPr sz="2600" b="1" spc="-20" kern="1200">
                <a:solidFill>
                  <a:srgbClr val="000000"/>
                </a:solidFill>
                <a:latin typeface="+mj-lt"/>
                <a:cs typeface="+mj-lt"/>
              </a:defRPr>
            </a:lvl1pPr>
            <a:lvl2pPr marL="0" indent="0" algn="l">
              <a:lnSpc>
                <a:spcPts val="2600"/>
              </a:lnSpc>
              <a:spcBef>
                <a:spcPts val="0"/>
              </a:spcBef>
              <a:buNone/>
              <a:defRPr sz="2600" b="1" spc="-20" kern="1200">
                <a:solidFill>
                  <a:srgbClr val="000000"/>
                </a:solidFill>
                <a:latin typeface="+mj-lt"/>
                <a:cs typeface="+mj-lt"/>
              </a:defRPr>
            </a:lvl2pPr>
            <a:lvl3pPr marL="0" indent="0" algn="l">
              <a:lnSpc>
                <a:spcPts val="2600"/>
              </a:lnSpc>
              <a:spcBef>
                <a:spcPts val="0"/>
              </a:spcBef>
              <a:buNone/>
              <a:defRPr sz="2600" b="1" spc="-20" kern="1200">
                <a:solidFill>
                  <a:srgbClr val="000000"/>
                </a:solidFill>
                <a:latin typeface="+mj-lt"/>
                <a:cs typeface="+mj-lt"/>
              </a:defRPr>
            </a:lvl3pPr>
            <a:lvl4pPr marL="0" indent="0" algn="l">
              <a:lnSpc>
                <a:spcPts val="2600"/>
              </a:lnSpc>
              <a:spcBef>
                <a:spcPts val="0"/>
              </a:spcBef>
              <a:buNone/>
              <a:defRPr sz="2600" b="1" spc="-20" kern="1200">
                <a:solidFill>
                  <a:srgbClr val="000000"/>
                </a:solidFill>
                <a:latin typeface="+mj-lt"/>
                <a:cs typeface="+mj-lt"/>
              </a:defRPr>
            </a:lvl4pPr>
            <a:lvl5pPr marL="0" indent="0" algn="l">
              <a:lnSpc>
                <a:spcPts val="2600"/>
              </a:lnSpc>
              <a:spcBef>
                <a:spcPts val="0"/>
              </a:spcBef>
              <a:buNone/>
              <a:defRPr sz="2600" b="1" spc="-20" kern="1200">
                <a:solidFill>
                  <a:srgbClr val="000000"/>
                </a:solidFill>
                <a:latin typeface="+mj-lt"/>
                <a:cs typeface="+mj-lt"/>
              </a:defRPr>
            </a:lvl5pPr>
            <a:lvl6pPr marL="0" indent="0" algn="l">
              <a:lnSpc>
                <a:spcPts val="2600"/>
              </a:lnSpc>
              <a:spcBef>
                <a:spcPts val="0"/>
              </a:spcBef>
              <a:buNone/>
              <a:defRPr sz="2600" b="1" spc="-20" kern="1200">
                <a:solidFill>
                  <a:srgbClr val="000000"/>
                </a:solidFill>
                <a:latin typeface="+mj-lt"/>
                <a:cs typeface="+mj-lt"/>
              </a:defRPr>
            </a:lvl6pPr>
            <a:lvl7pPr marL="0" indent="0" algn="l">
              <a:lnSpc>
                <a:spcPts val="2600"/>
              </a:lnSpc>
              <a:spcBef>
                <a:spcPts val="0"/>
              </a:spcBef>
              <a:buNone/>
              <a:defRPr sz="2600" b="1" spc="-20" kern="1200">
                <a:solidFill>
                  <a:srgbClr val="000000"/>
                </a:solidFill>
                <a:latin typeface="+mj-lt"/>
                <a:cs typeface="+mj-lt"/>
              </a:defRPr>
            </a:lvl7pPr>
            <a:lvl8pPr marL="0" indent="0" algn="l">
              <a:lnSpc>
                <a:spcPts val="2600"/>
              </a:lnSpc>
              <a:spcBef>
                <a:spcPts val="0"/>
              </a:spcBef>
              <a:buNone/>
              <a:defRPr sz="2600" b="1" spc="-20" kern="1200">
                <a:solidFill>
                  <a:srgbClr val="000000"/>
                </a:solidFill>
                <a:latin typeface="+mj-lt"/>
                <a:cs typeface="+mj-lt"/>
              </a:defRPr>
            </a:lvl8pPr>
            <a:lvl9pPr marL="0" indent="0" algn="l">
              <a:lnSpc>
                <a:spcPts val="2600"/>
              </a:lnSpc>
              <a:spcBef>
                <a:spcPts val="0"/>
              </a:spcBef>
              <a:buNone/>
              <a:defRPr sz="2600" b="1" spc="-20" kern="1200">
                <a:solidFill>
                  <a:srgbClr val="000000"/>
                </a:solidFill>
                <a:latin typeface="+mj-lt"/>
                <a:cs typeface="+mj-lt"/>
              </a:defRPr>
            </a:lvl9pPr>
          </a:lstStyle>
          <a:p>
            <a:r>
              <a:rPr lang="en-US" dirty="0"/>
              <a:t>Gyms &amp; Studios Regulations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1" name="Rules"/>
          <p:cNvSpPr>
            <a:spLocks noGrp="1"/>
          </p:cNvSpPr>
          <p:nvPr>
            <p:ph type="body" idx="1" hasCustomPrompt="1"/>
          </p:nvPr>
        </p:nvSpPr>
        <p:spPr>
          <a:xfrm>
            <a:off x="4443984" y="1316736"/>
            <a:ext cx="7040880" cy="1600200"/>
          </a:xfrm>
        </p:spPr>
        <p:txBody>
          <a:bodyPr vert="horz" wrap="square" lIns="0" tIns="0" rIns="0" bIns="0" rtlCol="0" anchor="t">
            <a:normAutofit/>
          </a:bodyPr>
          <a:lstStyle>
            <a:lvl1pPr marL="256032" indent="-256032" algn="l">
              <a:lnSpc>
                <a:spcPts val="2664"/>
              </a:lnSpc>
              <a:spcBef>
                <a:spcPts val="0"/>
              </a:spcBef>
              <a:buFont typeface="Arial" pitchFamily="34" charset="0"/>
              <a:buChar char="•"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1pPr>
            <a:lvl2pPr marL="256032" indent="-256032" algn="l">
              <a:lnSpc>
                <a:spcPts val="2664"/>
              </a:lnSpc>
              <a:spcBef>
                <a:spcPts val="0"/>
              </a:spcBef>
              <a:buFont typeface="Arial" pitchFamily="34" charset="0"/>
              <a:buChar char="•"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2pPr>
            <a:lvl3pPr marL="256032" indent="-256032" algn="l">
              <a:lnSpc>
                <a:spcPts val="2664"/>
              </a:lnSpc>
              <a:spcBef>
                <a:spcPts val="0"/>
              </a:spcBef>
              <a:buFont typeface="Arial" pitchFamily="34" charset="0"/>
              <a:buChar char="•"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3pPr>
            <a:lvl4pPr marL="256032" indent="-256032" algn="l">
              <a:lnSpc>
                <a:spcPts val="2664"/>
              </a:lnSpc>
              <a:spcBef>
                <a:spcPts val="0"/>
              </a:spcBef>
              <a:buFont typeface="Arial" pitchFamily="34" charset="0"/>
              <a:buChar char="•"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4pPr>
            <a:lvl5pPr marL="256032" indent="-256032" algn="l">
              <a:lnSpc>
                <a:spcPts val="2664"/>
              </a:lnSpc>
              <a:spcBef>
                <a:spcPts val="0"/>
              </a:spcBef>
              <a:buFont typeface="Arial" pitchFamily="34" charset="0"/>
              <a:buChar char="•"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5pPr>
            <a:lvl6pPr marL="256032" indent="-256032" algn="l">
              <a:lnSpc>
                <a:spcPts val="2664"/>
              </a:lnSpc>
              <a:spcBef>
                <a:spcPts val="0"/>
              </a:spcBef>
              <a:buFont typeface="Arial" pitchFamily="34" charset="0"/>
              <a:buChar char="•"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6pPr>
            <a:lvl7pPr marL="256032" indent="-256032" algn="l">
              <a:lnSpc>
                <a:spcPts val="2664"/>
              </a:lnSpc>
              <a:spcBef>
                <a:spcPts val="0"/>
              </a:spcBef>
              <a:buFont typeface="Arial" pitchFamily="34" charset="0"/>
              <a:buChar char="•"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7pPr>
            <a:lvl8pPr marL="256032" indent="-256032" algn="l">
              <a:lnSpc>
                <a:spcPts val="2664"/>
              </a:lnSpc>
              <a:spcBef>
                <a:spcPts val="0"/>
              </a:spcBef>
              <a:buFont typeface="Arial" pitchFamily="34" charset="0"/>
              <a:buChar char="•"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8pPr>
            <a:lvl9pPr marL="256032" indent="-256032" algn="l">
              <a:lnSpc>
                <a:spcPts val="2664"/>
              </a:lnSpc>
              <a:spcBef>
                <a:spcPts val="0"/>
              </a:spcBef>
              <a:buFont typeface="Arial" pitchFamily="34" charset="0"/>
              <a:buChar char="•"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9pPr>
          </a:lstStyle>
          <a:p>
            <a:r>
              <a:rPr lang="en-US" dirty="0"/>
              <a:t>规则一
规则二
规则三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2" name="Restrictions"/>
          <p:cNvSpPr>
            <a:spLocks noGrp="1"/>
          </p:cNvSpPr>
          <p:nvPr>
            <p:ph type="body" idx="2" hasCustomPrompt="1"/>
          </p:nvPr>
        </p:nvSpPr>
        <p:spPr>
          <a:xfrm>
            <a:off x="4443984" y="3200400"/>
            <a:ext cx="7040880" cy="265176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>
              <a:lnSpc>
                <a:spcPts val="2980"/>
              </a:lnSpc>
              <a:spcBef>
                <a:spcPts val="0"/>
              </a:spcBef>
              <a:buNone/>
              <a:defRPr sz="2000" b="1" kern="1200">
                <a:solidFill>
                  <a:srgbClr val="FF3131"/>
                </a:solidFill>
                <a:latin typeface="+mn-lt"/>
                <a:cs typeface="+mn-lt"/>
              </a:defRPr>
            </a:lvl1pPr>
            <a:lvl2pPr marL="256032" indent="-256032" algn="l">
              <a:lnSpc>
                <a:spcPts val="2980"/>
              </a:lnSpc>
              <a:spcBef>
                <a:spcPts val="0"/>
              </a:spcBef>
              <a:buFont typeface="Arial" pitchFamily="34" charset="0"/>
              <a:buChar char="•"/>
              <a:defRPr sz="2000" b="1" kern="1200">
                <a:solidFill>
                  <a:srgbClr val="FF3131"/>
                </a:solidFill>
                <a:latin typeface="+mn-lt"/>
                <a:cs typeface="+mn-lt"/>
              </a:defRPr>
            </a:lvl2pPr>
            <a:lvl3pPr marL="256032" indent="-256032" algn="l">
              <a:lnSpc>
                <a:spcPts val="2980"/>
              </a:lnSpc>
              <a:spcBef>
                <a:spcPts val="0"/>
              </a:spcBef>
              <a:buFont typeface="Arial" pitchFamily="34" charset="0"/>
              <a:buChar char="•"/>
              <a:defRPr sz="2000" b="1" kern="1200">
                <a:solidFill>
                  <a:srgbClr val="FF3131"/>
                </a:solidFill>
                <a:latin typeface="+mn-lt"/>
                <a:cs typeface="+mn-lt"/>
              </a:defRPr>
            </a:lvl3pPr>
            <a:lvl4pPr marL="256032" indent="-256032" algn="l">
              <a:lnSpc>
                <a:spcPts val="2980"/>
              </a:lnSpc>
              <a:spcBef>
                <a:spcPts val="0"/>
              </a:spcBef>
              <a:buFont typeface="Arial" pitchFamily="34" charset="0"/>
              <a:buChar char="•"/>
              <a:defRPr sz="2000" b="1" kern="1200">
                <a:solidFill>
                  <a:srgbClr val="FF3131"/>
                </a:solidFill>
                <a:latin typeface="+mn-lt"/>
                <a:cs typeface="+mn-lt"/>
              </a:defRPr>
            </a:lvl4pPr>
            <a:lvl5pPr marL="256032" indent="-256032" algn="l">
              <a:lnSpc>
                <a:spcPts val="2980"/>
              </a:lnSpc>
              <a:spcBef>
                <a:spcPts val="0"/>
              </a:spcBef>
              <a:buFont typeface="Arial" pitchFamily="34" charset="0"/>
              <a:buChar char="•"/>
              <a:defRPr sz="2000" b="1" kern="1200">
                <a:solidFill>
                  <a:srgbClr val="FF3131"/>
                </a:solidFill>
                <a:latin typeface="+mn-lt"/>
                <a:cs typeface="+mn-lt"/>
              </a:defRPr>
            </a:lvl5pPr>
            <a:lvl6pPr marL="256032" indent="-256032" algn="l">
              <a:lnSpc>
                <a:spcPts val="2980"/>
              </a:lnSpc>
              <a:spcBef>
                <a:spcPts val="0"/>
              </a:spcBef>
              <a:buFont typeface="Arial" pitchFamily="34" charset="0"/>
              <a:buChar char="•"/>
              <a:defRPr sz="2000" b="1" kern="1200">
                <a:solidFill>
                  <a:srgbClr val="FF3131"/>
                </a:solidFill>
                <a:latin typeface="+mn-lt"/>
                <a:cs typeface="+mn-lt"/>
              </a:defRPr>
            </a:lvl6pPr>
            <a:lvl7pPr marL="256032" indent="-256032" algn="l">
              <a:lnSpc>
                <a:spcPts val="2980"/>
              </a:lnSpc>
              <a:spcBef>
                <a:spcPts val="0"/>
              </a:spcBef>
              <a:buFont typeface="Arial" pitchFamily="34" charset="0"/>
              <a:buChar char="•"/>
              <a:defRPr sz="2000" b="1" kern="1200">
                <a:solidFill>
                  <a:srgbClr val="FF3131"/>
                </a:solidFill>
                <a:latin typeface="+mn-lt"/>
                <a:cs typeface="+mn-lt"/>
              </a:defRPr>
            </a:lvl7pPr>
            <a:lvl8pPr marL="256032" indent="-256032" algn="l">
              <a:lnSpc>
                <a:spcPts val="2980"/>
              </a:lnSpc>
              <a:spcBef>
                <a:spcPts val="0"/>
              </a:spcBef>
              <a:buFont typeface="Arial" pitchFamily="34" charset="0"/>
              <a:buChar char="•"/>
              <a:defRPr sz="2000" b="1" kern="1200">
                <a:solidFill>
                  <a:srgbClr val="FF3131"/>
                </a:solidFill>
                <a:latin typeface="+mn-lt"/>
                <a:cs typeface="+mn-lt"/>
              </a:defRPr>
            </a:lvl8pPr>
            <a:lvl9pPr marL="256032" indent="-256032" algn="l">
              <a:lnSpc>
                <a:spcPts val="2980"/>
              </a:lnSpc>
              <a:spcBef>
                <a:spcPts val="0"/>
              </a:spcBef>
              <a:buFont typeface="Arial" pitchFamily="34" charset="0"/>
              <a:buChar char="•"/>
              <a:defRPr sz="2000" b="1" kern="1200">
                <a:solidFill>
                  <a:srgbClr val="FF3131"/>
                </a:solidFill>
                <a:latin typeface="+mn-lt"/>
                <a:cs typeface="+mn-lt"/>
              </a:defRPr>
            </a:lvl9pPr>
          </a:lstStyle>
          <a:p>
            <a:r>
              <a:rPr lang="en-US" dirty="0"/>
              <a:t>禁止拍摄的场馆：</a:t>
            </a:r>
          </a:p>
          <a:p>
            <a:r>
              <a:rPr lang="en-US" dirty="0"/>
              <a:t>场馆 A</a:t>
            </a:r>
          </a:p>
          <a:p>
            <a:r>
              <a:rPr lang="en-US" dirty="0"/>
              <a:t>场馆 B</a:t>
            </a:r>
          </a:p>
        </p:txBody>
      </p:sp>
      <p:pic>
        <p:nvPicPr>
          <p:cNvPr id="62" name="Phone Frame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48640"/>
            <a:ext cx="2886106" cy="55595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09 左文 · 右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 xmlns:r="http://schemas.openxmlformats.org/officeDocument/2006/relationships">
        <p:nvSpPr>
          <p:cNvPr id="9" name="Image Frame"/>
          <p:cNvSpPr/>
          <p:nvPr/>
        </p:nvSpPr>
        <p:spPr>
          <a:xfrm>
            <a:off x="6318504" y="1060704"/>
            <a:ext cx="5486400" cy="4754880"/>
          </a:xfrm>
          <a:prstGeom prst="roundRect">
            <a:avLst>
              <a:gd name="adj" fmla="val 2308"/>
            </a:avLst>
          </a:prstGeom>
          <a:solidFill>
            <a:srgbClr val="F2F2F4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0" name="Title"/>
          <p:cNvSpPr>
            <a:spLocks noGrp="1"/>
          </p:cNvSpPr>
          <p:nvPr>
            <p:ph type="title" hasCustomPrompt="1"/>
          </p:nvPr>
        </p:nvSpPr>
        <p:spPr>
          <a:xfrm>
            <a:off x="603504" y="1408176"/>
            <a:ext cx="5212080" cy="658368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1pPr>
            <a:lvl2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2pPr>
            <a:lvl3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3pPr>
            <a:lvl4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4pPr>
            <a:lvl5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5pPr>
            <a:lvl6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6pPr>
            <a:lvl7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7pPr>
            <a:lvl8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8pPr>
            <a:lvl9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9pPr>
          </a:lstStyle>
          <a:p>
            <a:r>
              <a:rPr lang="en-US" dirty="0"/>
              <a:t>The Caption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1" name="Body"/>
          <p:cNvSpPr>
            <a:spLocks noGrp="1"/>
          </p:cNvSpPr>
          <p:nvPr>
            <p:ph type="body" idx="1" hasCustomPrompt="1"/>
          </p:nvPr>
        </p:nvSpPr>
        <p:spPr>
          <a:xfrm>
            <a:off x="603504" y="2103120"/>
            <a:ext cx="5394960" cy="2651760"/>
          </a:xfrm>
        </p:spPr>
        <p:txBody>
          <a:bodyPr vert="horz" wrap="square" lIns="0" tIns="0" rIns="0" bIns="0" rtlCol="0" anchor="t">
            <a:normAutofit/>
          </a:bodyPr>
          <a:lstStyle>
            <a:lvl1pPr marL="256032" indent="-256032" algn="l">
              <a:lnSpc>
                <a:spcPts val="2533"/>
              </a:lnSpc>
              <a:spcBef>
                <a:spcPts val="0"/>
              </a:spcBef>
              <a:buFont typeface="Arial" pitchFamily="34" charset="0"/>
              <a:buChar char="•"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1pPr>
            <a:lvl2pPr marL="256032" indent="-256032" algn="l">
              <a:lnSpc>
                <a:spcPts val="2533"/>
              </a:lnSpc>
              <a:spcBef>
                <a:spcPts val="0"/>
              </a:spcBef>
              <a:buFont typeface="Arial" pitchFamily="34" charset="0"/>
              <a:buChar char="•"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2pPr>
            <a:lvl3pPr marL="256032" indent="-256032" algn="l">
              <a:lnSpc>
                <a:spcPts val="2533"/>
              </a:lnSpc>
              <a:spcBef>
                <a:spcPts val="0"/>
              </a:spcBef>
              <a:buFont typeface="Arial" pitchFamily="34" charset="0"/>
              <a:buChar char="•"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3pPr>
            <a:lvl4pPr marL="256032" indent="-256032" algn="l">
              <a:lnSpc>
                <a:spcPts val="2533"/>
              </a:lnSpc>
              <a:spcBef>
                <a:spcPts val="0"/>
              </a:spcBef>
              <a:buFont typeface="Arial" pitchFamily="34" charset="0"/>
              <a:buChar char="•"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4pPr>
            <a:lvl5pPr marL="256032" indent="-256032" algn="l">
              <a:lnSpc>
                <a:spcPts val="2533"/>
              </a:lnSpc>
              <a:spcBef>
                <a:spcPts val="0"/>
              </a:spcBef>
              <a:buFont typeface="Arial" pitchFamily="34" charset="0"/>
              <a:buChar char="•"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5pPr>
            <a:lvl6pPr marL="256032" indent="-256032" algn="l">
              <a:lnSpc>
                <a:spcPts val="2533"/>
              </a:lnSpc>
              <a:spcBef>
                <a:spcPts val="0"/>
              </a:spcBef>
              <a:buFont typeface="Arial" pitchFamily="34" charset="0"/>
              <a:buChar char="•"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6pPr>
            <a:lvl7pPr marL="256032" indent="-256032" algn="l">
              <a:lnSpc>
                <a:spcPts val="2533"/>
              </a:lnSpc>
              <a:spcBef>
                <a:spcPts val="0"/>
              </a:spcBef>
              <a:buFont typeface="Arial" pitchFamily="34" charset="0"/>
              <a:buChar char="•"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7pPr>
            <a:lvl8pPr marL="256032" indent="-256032" algn="l">
              <a:lnSpc>
                <a:spcPts val="2533"/>
              </a:lnSpc>
              <a:spcBef>
                <a:spcPts val="0"/>
              </a:spcBef>
              <a:buFont typeface="Arial" pitchFamily="34" charset="0"/>
              <a:buChar char="•"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8pPr>
            <a:lvl9pPr marL="256032" indent="-256032" algn="l">
              <a:lnSpc>
                <a:spcPts val="2533"/>
              </a:lnSpc>
              <a:spcBef>
                <a:spcPts val="0"/>
              </a:spcBef>
              <a:buFont typeface="Arial" pitchFamily="34" charset="0"/>
              <a:buChar char="•"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9pPr>
          </a:lstStyle>
          <a:p>
            <a:r>
              <a:rPr lang="en-US" dirty="0"/>
              <a:t>要点一
要点二
要点三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2" name="Screenshot"/>
          <p:cNvSpPr>
            <a:spLocks noGrp="1"/>
          </p:cNvSpPr>
          <p:nvPr>
            <p:ph type="pic" idx="4" hasCustomPrompt="1"/>
          </p:nvPr>
        </p:nvSpPr>
        <p:spPr>
          <a:xfrm>
            <a:off x="6318504" y="1060704"/>
            <a:ext cx="5486400" cy="4754880"/>
          </a:xfrm>
          <a:prstGeom prst="roundRect">
            <a:avLst>
              <a:gd name="adj" fmla="val 2308"/>
            </a:avLst>
          </a:prstGeom>
          <a:solidFill>
            <a:srgbClr val="F2F2F4"/>
          </a:solidFill>
        </p:spPr>
        <p:txBody>
          <a:bodyPr wrap="square" lIns="45720" tIns="45720" rIns="45720" bIns="45720" anchor="ctr"/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250" b="0" kern="1200">
                <a:solidFill>
                  <a:srgbClr val="8E8E93"/>
                </a:solidFill>
                <a:latin typeface="+mn-lt"/>
                <a:cs typeface="+mn-lt"/>
              </a:defRPr>
            </a:lvl1pPr>
          </a:lstStyle>
          <a:p>
            <a:r>
              <a:rPr lang="zh-CN" altLang="en-US" dirty="0"/>
              <a:t>点击插入截图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10 左文 · 双手机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 xmlns:r="http://schemas.openxmlformats.org/officeDocument/2006/relationships">
        <p:nvSpPr>
          <p:cNvPr id="62" name="Phone Screen 62"/>
          <p:cNvSpPr/>
          <p:nvPr/>
        </p:nvSpPr>
        <p:spPr>
          <a:xfrm>
            <a:off x="8122570" y="464245"/>
            <a:ext cx="2712470" cy="5852010"/>
          </a:xfrm>
          <a:prstGeom prst="roundRect">
            <a:avLst>
              <a:gd name="adj" fmla="val 13947"/>
            </a:avLst>
          </a:prstGeom>
          <a:solidFill>
            <a:srgbClr val="F2F2F4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63" name="Phone Screenshot 63"/>
          <p:cNvSpPr>
            <a:spLocks noGrp="1"/>
          </p:cNvSpPr>
          <p:nvPr>
            <p:ph type="pic" idx="73" hasCustomPrompt="1"/>
          </p:nvPr>
        </p:nvSpPr>
        <p:spPr>
          <a:xfrm>
            <a:off x="8122570" y="464245"/>
            <a:ext cx="2712470" cy="5852010"/>
          </a:xfrm>
          <a:prstGeom prst="roundRect">
            <a:avLst>
              <a:gd name="adj" fmla="val 13947"/>
            </a:avLst>
          </a:prstGeom>
          <a:solidFill>
            <a:srgbClr val="F2F2F4"/>
          </a:solidFill>
        </p:spPr>
        <p:txBody>
          <a:bodyPr wrap="square" lIns="45720" tIns="45720" rIns="45720" bIns="45720" anchor="ctr"/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250" b="0" kern="1200">
                <a:solidFill>
                  <a:srgbClr val="8E8E93"/>
                </a:solidFill>
                <a:latin typeface="+mn-lt"/>
                <a:cs typeface="+mn-lt"/>
              </a:defRPr>
            </a:lvl1pPr>
          </a:lstStyle>
          <a:p>
            <a:r>
              <a:rPr lang="zh-CN" altLang="en-US" dirty="0"/>
              <a:t>点击插入截图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60" name="Phone Screen 60"/>
          <p:cNvSpPr/>
          <p:nvPr/>
        </p:nvSpPr>
        <p:spPr>
          <a:xfrm>
            <a:off x="4839874" y="519109"/>
            <a:ext cx="2712470" cy="5852010"/>
          </a:xfrm>
          <a:prstGeom prst="roundRect">
            <a:avLst>
              <a:gd name="adj" fmla="val 13947"/>
            </a:avLst>
          </a:prstGeom>
          <a:solidFill>
            <a:srgbClr val="F2F2F4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61" name="Phone Screenshot 61"/>
          <p:cNvSpPr>
            <a:spLocks noGrp="1"/>
          </p:cNvSpPr>
          <p:nvPr>
            <p:ph type="pic" idx="71" hasCustomPrompt="1"/>
          </p:nvPr>
        </p:nvSpPr>
        <p:spPr>
          <a:xfrm>
            <a:off x="4839874" y="519109"/>
            <a:ext cx="2712470" cy="5852010"/>
          </a:xfrm>
          <a:prstGeom prst="roundRect">
            <a:avLst>
              <a:gd name="adj" fmla="val 13947"/>
            </a:avLst>
          </a:prstGeom>
          <a:solidFill>
            <a:srgbClr val="F2F2F4"/>
          </a:solidFill>
        </p:spPr>
        <p:txBody>
          <a:bodyPr wrap="square" lIns="45720" tIns="45720" rIns="45720" bIns="45720" anchor="ctr"/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250" b="0" kern="1200">
                <a:solidFill>
                  <a:srgbClr val="8E8E93"/>
                </a:solidFill>
                <a:latin typeface="+mn-lt"/>
                <a:cs typeface="+mn-lt"/>
              </a:defRPr>
            </a:lvl1pPr>
          </a:lstStyle>
          <a:p>
            <a:r>
              <a:rPr lang="zh-CN" altLang="en-US" dirty="0"/>
              <a:t>点击插入截图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0" name="Title"/>
          <p:cNvSpPr>
            <a:spLocks noGrp="1"/>
          </p:cNvSpPr>
          <p:nvPr>
            <p:ph type="title" hasCustomPrompt="1"/>
          </p:nvPr>
        </p:nvSpPr>
        <p:spPr>
          <a:xfrm>
            <a:off x="603504" y="1408176"/>
            <a:ext cx="3840480" cy="658368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1pPr>
            <a:lvl2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2pPr>
            <a:lvl3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3pPr>
            <a:lvl4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4pPr>
            <a:lvl5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5pPr>
            <a:lvl6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6pPr>
            <a:lvl7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7pPr>
            <a:lvl8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8pPr>
            <a:lvl9pPr marL="0" indent="0" algn="l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9pPr>
          </a:lstStyle>
          <a:p>
            <a:r>
              <a:rPr lang="en-US" dirty="0"/>
              <a:t>The Promo Code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1" name="Body"/>
          <p:cNvSpPr>
            <a:spLocks noGrp="1"/>
          </p:cNvSpPr>
          <p:nvPr>
            <p:ph type="body" idx="1" hasCustomPrompt="1"/>
          </p:nvPr>
        </p:nvSpPr>
        <p:spPr>
          <a:xfrm>
            <a:off x="603504" y="2103120"/>
            <a:ext cx="3840480" cy="2651760"/>
          </a:xfrm>
        </p:spPr>
        <p:txBody>
          <a:bodyPr vert="horz" wrap="square" lIns="0" tIns="0" rIns="0" bIns="0" rtlCol="0" anchor="t">
            <a:normAutofit/>
          </a:bodyPr>
          <a:lstStyle>
            <a:lvl1pPr marL="256032" indent="-256032" algn="l">
              <a:lnSpc>
                <a:spcPts val="2533"/>
              </a:lnSpc>
              <a:spcBef>
                <a:spcPts val="0"/>
              </a:spcBef>
              <a:buFont typeface="Arial" pitchFamily="34" charset="0"/>
              <a:buChar char="•"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1pPr>
            <a:lvl2pPr marL="256032" indent="-256032" algn="l">
              <a:lnSpc>
                <a:spcPts val="2533"/>
              </a:lnSpc>
              <a:spcBef>
                <a:spcPts val="0"/>
              </a:spcBef>
              <a:buFont typeface="Arial" pitchFamily="34" charset="0"/>
              <a:buChar char="•"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2pPr>
            <a:lvl3pPr marL="256032" indent="-256032" algn="l">
              <a:lnSpc>
                <a:spcPts val="2533"/>
              </a:lnSpc>
              <a:spcBef>
                <a:spcPts val="0"/>
              </a:spcBef>
              <a:buFont typeface="Arial" pitchFamily="34" charset="0"/>
              <a:buChar char="•"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3pPr>
            <a:lvl4pPr marL="256032" indent="-256032" algn="l">
              <a:lnSpc>
                <a:spcPts val="2533"/>
              </a:lnSpc>
              <a:spcBef>
                <a:spcPts val="0"/>
              </a:spcBef>
              <a:buFont typeface="Arial" pitchFamily="34" charset="0"/>
              <a:buChar char="•"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4pPr>
            <a:lvl5pPr marL="256032" indent="-256032" algn="l">
              <a:lnSpc>
                <a:spcPts val="2533"/>
              </a:lnSpc>
              <a:spcBef>
                <a:spcPts val="0"/>
              </a:spcBef>
              <a:buFont typeface="Arial" pitchFamily="34" charset="0"/>
              <a:buChar char="•"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5pPr>
            <a:lvl6pPr marL="256032" indent="-256032" algn="l">
              <a:lnSpc>
                <a:spcPts val="2533"/>
              </a:lnSpc>
              <a:spcBef>
                <a:spcPts val="0"/>
              </a:spcBef>
              <a:buFont typeface="Arial" pitchFamily="34" charset="0"/>
              <a:buChar char="•"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6pPr>
            <a:lvl7pPr marL="256032" indent="-256032" algn="l">
              <a:lnSpc>
                <a:spcPts val="2533"/>
              </a:lnSpc>
              <a:spcBef>
                <a:spcPts val="0"/>
              </a:spcBef>
              <a:buFont typeface="Arial" pitchFamily="34" charset="0"/>
              <a:buChar char="•"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7pPr>
            <a:lvl8pPr marL="256032" indent="-256032" algn="l">
              <a:lnSpc>
                <a:spcPts val="2533"/>
              </a:lnSpc>
              <a:spcBef>
                <a:spcPts val="0"/>
              </a:spcBef>
              <a:buFont typeface="Arial" pitchFamily="34" charset="0"/>
              <a:buChar char="•"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8pPr>
            <a:lvl9pPr marL="256032" indent="-256032" algn="l">
              <a:lnSpc>
                <a:spcPts val="2533"/>
              </a:lnSpc>
              <a:spcBef>
                <a:spcPts val="0"/>
              </a:spcBef>
              <a:buFont typeface="Arial" pitchFamily="34" charset="0"/>
              <a:buChar char="•"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9pPr>
          </a:lstStyle>
          <a:p>
            <a:r>
              <a:rPr lang="en-US" dirty="0"/>
              <a:t>步骤一
步骤二
步骤三</a:t>
            </a:r>
          </a:p>
        </p:txBody>
      </p:sp>
      <p:pic>
        <p:nvPicPr>
          <p:cNvPr id="64" name="Phone Frame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265176"/>
            <a:ext cx="3289591" cy="6336792"/>
          </a:xfrm>
          <a:prstGeom prst="rect">
            <a:avLst/>
          </a:prstGeom>
        </p:spPr>
      </p:pic>
      <p:pic>
        <p:nvPicPr>
          <p:cNvPr id="65" name="Phone Frame 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552" y="210312"/>
            <a:ext cx="3289591" cy="63367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11 居中标题 · 手机内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 xmlns:r="http://schemas.openxmlformats.org/officeDocument/2006/relationships">
        <p:nvSpPr>
          <p:cNvPr id="60" name="Phone Screen 60"/>
          <p:cNvSpPr/>
          <p:nvPr/>
        </p:nvSpPr>
        <p:spPr>
          <a:xfrm>
            <a:off x="3757834" y="1507677"/>
            <a:ext cx="4383790" cy="9457794"/>
          </a:xfrm>
          <a:prstGeom prst="roundRect">
            <a:avLst>
              <a:gd name="adj" fmla="val 1394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0" name="Title"/>
          <p:cNvSpPr>
            <a:spLocks noGrp="1"/>
          </p:cNvSpPr>
          <p:nvPr>
            <p:ph type="title" hasCustomPrompt="1"/>
          </p:nvPr>
        </p:nvSpPr>
        <p:spPr>
          <a:xfrm>
            <a:off x="0" y="566928"/>
            <a:ext cx="12191969" cy="713232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ctr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1pPr>
            <a:lvl2pPr marL="0" indent="0" algn="ctr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2pPr>
            <a:lvl3pPr marL="0" indent="0" algn="ctr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3pPr>
            <a:lvl4pPr marL="0" indent="0" algn="ctr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4pPr>
            <a:lvl5pPr marL="0" indent="0" algn="ctr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5pPr>
            <a:lvl6pPr marL="0" indent="0" algn="ctr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6pPr>
            <a:lvl7pPr marL="0" indent="0" algn="ctr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7pPr>
            <a:lvl8pPr marL="0" indent="0" algn="ctr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8pPr>
            <a:lvl9pPr marL="0" indent="0" algn="ctr">
              <a:lnSpc>
                <a:spcPts val="2900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9pPr>
          </a:lstStyle>
          <a:p>
            <a:r>
              <a:rPr lang="en-US" dirty="0"/>
              <a:t>A very very friendly reminder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1" name="Quote"/>
          <p:cNvSpPr>
            <a:spLocks noGrp="1"/>
          </p:cNvSpPr>
          <p:nvPr>
            <p:ph type="body" idx="1" hasCustomPrompt="1"/>
          </p:nvPr>
        </p:nvSpPr>
        <p:spPr>
          <a:xfrm>
            <a:off x="4077874" y="2121408"/>
            <a:ext cx="3743710" cy="192024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r">
              <a:lnSpc>
                <a:spcPts val="2533"/>
              </a:lnSpc>
              <a:spcBef>
                <a:spcPts val="0"/>
              </a:spcBef>
              <a:buNone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1pPr>
            <a:lvl2pPr marL="0" indent="0" algn="r">
              <a:lnSpc>
                <a:spcPts val="2533"/>
              </a:lnSpc>
              <a:spcBef>
                <a:spcPts val="0"/>
              </a:spcBef>
              <a:buNone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2pPr>
            <a:lvl3pPr marL="0" indent="0" algn="r">
              <a:lnSpc>
                <a:spcPts val="2533"/>
              </a:lnSpc>
              <a:spcBef>
                <a:spcPts val="0"/>
              </a:spcBef>
              <a:buNone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3pPr>
            <a:lvl4pPr marL="0" indent="0" algn="r">
              <a:lnSpc>
                <a:spcPts val="2533"/>
              </a:lnSpc>
              <a:spcBef>
                <a:spcPts val="0"/>
              </a:spcBef>
              <a:buNone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4pPr>
            <a:lvl5pPr marL="0" indent="0" algn="r">
              <a:lnSpc>
                <a:spcPts val="2533"/>
              </a:lnSpc>
              <a:spcBef>
                <a:spcPts val="0"/>
              </a:spcBef>
              <a:buNone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5pPr>
            <a:lvl6pPr marL="0" indent="0" algn="r">
              <a:lnSpc>
                <a:spcPts val="2533"/>
              </a:lnSpc>
              <a:spcBef>
                <a:spcPts val="0"/>
              </a:spcBef>
              <a:buNone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6pPr>
            <a:lvl7pPr marL="0" indent="0" algn="r">
              <a:lnSpc>
                <a:spcPts val="2533"/>
              </a:lnSpc>
              <a:spcBef>
                <a:spcPts val="0"/>
              </a:spcBef>
              <a:buNone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7pPr>
            <a:lvl8pPr marL="0" indent="0" algn="r">
              <a:lnSpc>
                <a:spcPts val="2533"/>
              </a:lnSpc>
              <a:spcBef>
                <a:spcPts val="0"/>
              </a:spcBef>
              <a:buNone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8pPr>
            <a:lvl9pPr marL="0" indent="0" algn="r">
              <a:lnSpc>
                <a:spcPts val="2533"/>
              </a:lnSpc>
              <a:spcBef>
                <a:spcPts val="0"/>
              </a:spcBef>
              <a:buNone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9pPr>
          </a:lstStyle>
          <a:p>
            <a:r>
              <a:rPr lang="en-US" dirty="0"/>
              <a:t>引言文字，右对齐。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2" name="Attribution"/>
          <p:cNvSpPr>
            <a:spLocks noGrp="1"/>
          </p:cNvSpPr>
          <p:nvPr>
            <p:ph type="body" idx="2" hasCustomPrompt="1"/>
          </p:nvPr>
        </p:nvSpPr>
        <p:spPr>
          <a:xfrm>
            <a:off x="4077874" y="4370832"/>
            <a:ext cx="3743710" cy="41148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r">
              <a:lnSpc>
                <a:spcPts val="1700"/>
              </a:lnSpc>
              <a:spcBef>
                <a:spcPts val="0"/>
              </a:spcBef>
              <a:buNone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1pPr>
            <a:lvl2pPr marL="0" indent="0" algn="r">
              <a:lnSpc>
                <a:spcPts val="1700"/>
              </a:lnSpc>
              <a:spcBef>
                <a:spcPts val="0"/>
              </a:spcBef>
              <a:buNone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2pPr>
            <a:lvl3pPr marL="0" indent="0" algn="r">
              <a:lnSpc>
                <a:spcPts val="1700"/>
              </a:lnSpc>
              <a:spcBef>
                <a:spcPts val="0"/>
              </a:spcBef>
              <a:buNone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3pPr>
            <a:lvl4pPr marL="0" indent="0" algn="r">
              <a:lnSpc>
                <a:spcPts val="1700"/>
              </a:lnSpc>
              <a:spcBef>
                <a:spcPts val="0"/>
              </a:spcBef>
              <a:buNone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4pPr>
            <a:lvl5pPr marL="0" indent="0" algn="r">
              <a:lnSpc>
                <a:spcPts val="1700"/>
              </a:lnSpc>
              <a:spcBef>
                <a:spcPts val="0"/>
              </a:spcBef>
              <a:buNone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5pPr>
            <a:lvl6pPr marL="0" indent="0" algn="r">
              <a:lnSpc>
                <a:spcPts val="1700"/>
              </a:lnSpc>
              <a:spcBef>
                <a:spcPts val="0"/>
              </a:spcBef>
              <a:buNone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6pPr>
            <a:lvl7pPr marL="0" indent="0" algn="r">
              <a:lnSpc>
                <a:spcPts val="1700"/>
              </a:lnSpc>
              <a:spcBef>
                <a:spcPts val="0"/>
              </a:spcBef>
              <a:buNone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7pPr>
            <a:lvl8pPr marL="0" indent="0" algn="r">
              <a:lnSpc>
                <a:spcPts val="1700"/>
              </a:lnSpc>
              <a:spcBef>
                <a:spcPts val="0"/>
              </a:spcBef>
              <a:buNone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8pPr>
            <a:lvl9pPr marL="0" indent="0" algn="r">
              <a:lnSpc>
                <a:spcPts val="1700"/>
              </a:lnSpc>
              <a:spcBef>
                <a:spcPts val="0"/>
              </a:spcBef>
              <a:buNone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9pPr>
          </a:lstStyle>
          <a:p>
            <a:r>
              <a:rPr lang="en-US" dirty="0"/>
              <a:t>-1Fit Marketing Team</a:t>
            </a:r>
          </a:p>
        </p:txBody>
      </p:sp>
      <p:pic>
        <p:nvPicPr>
          <p:cNvPr id="61" name="Phone Frame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097280"/>
            <a:ext cx="5316511" cy="102412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12 左标题 · 右编号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 xmlns:r="http://schemas.openxmlformats.org/officeDocument/2006/relationships">
        <p:nvSpPr>
          <p:cNvPr id="60" name="Phone Screen 60"/>
          <p:cNvSpPr/>
          <p:nvPr/>
        </p:nvSpPr>
        <p:spPr>
          <a:xfrm>
            <a:off x="-872077" y="4230557"/>
            <a:ext cx="3189990" cy="6882234"/>
          </a:xfrm>
          <a:prstGeom prst="roundRect">
            <a:avLst>
              <a:gd name="adj" fmla="val 1394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0" name="Title"/>
          <p:cNvSpPr>
            <a:spLocks noGrp="1"/>
          </p:cNvSpPr>
          <p:nvPr>
            <p:ph type="title" hasCustomPrompt="1"/>
          </p:nvPr>
        </p:nvSpPr>
        <p:spPr>
          <a:xfrm>
            <a:off x="502920" y="2249424"/>
            <a:ext cx="2377440" cy="128016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>
              <a:lnSpc>
                <a:spcPts val="3683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1pPr>
            <a:lvl2pPr marL="0" indent="0" algn="l">
              <a:lnSpc>
                <a:spcPts val="3683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2pPr>
            <a:lvl3pPr marL="0" indent="0" algn="l">
              <a:lnSpc>
                <a:spcPts val="3683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3pPr>
            <a:lvl4pPr marL="0" indent="0" algn="l">
              <a:lnSpc>
                <a:spcPts val="3683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4pPr>
            <a:lvl5pPr marL="0" indent="0" algn="l">
              <a:lnSpc>
                <a:spcPts val="3683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5pPr>
            <a:lvl6pPr marL="0" indent="0" algn="l">
              <a:lnSpc>
                <a:spcPts val="3683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6pPr>
            <a:lvl7pPr marL="0" indent="0" algn="l">
              <a:lnSpc>
                <a:spcPts val="3683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7pPr>
            <a:lvl8pPr marL="0" indent="0" algn="l">
              <a:lnSpc>
                <a:spcPts val="3683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8pPr>
            <a:lvl9pPr marL="0" indent="0" algn="l">
              <a:lnSpc>
                <a:spcPts val="3683"/>
              </a:lnSpc>
              <a:spcBef>
                <a:spcPts val="0"/>
              </a:spcBef>
              <a:buNone/>
              <a:defRPr sz="2900" b="1" spc="-20" kern="1200">
                <a:solidFill>
                  <a:srgbClr val="000000"/>
                </a:solidFill>
                <a:latin typeface="+mj-lt"/>
                <a:cs typeface="+mj-lt"/>
              </a:defRPr>
            </a:lvl9pPr>
          </a:lstStyle>
          <a:p>
            <a:r>
              <a:rPr lang="en-US" dirty="0"/>
              <a:t>How do</a:t>
            </a:r>
          </a:p>
          <a:p>
            <a:r>
              <a:rPr lang="en-US" dirty="0"/>
              <a:t>we start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1" name="Steps"/>
          <p:cNvSpPr>
            <a:spLocks noGrp="1"/>
          </p:cNvSpPr>
          <p:nvPr>
            <p:ph type="body" idx="1" hasCustomPrompt="1"/>
          </p:nvPr>
        </p:nvSpPr>
        <p:spPr>
          <a:xfrm>
            <a:off x="2916936" y="786384"/>
            <a:ext cx="8641080" cy="5440680"/>
          </a:xfrm>
        </p:spPr>
        <p:txBody>
          <a:bodyPr vert="horz" wrap="square" lIns="0" tIns="0" rIns="0" bIns="0" rtlCol="0" anchor="t">
            <a:normAutofit/>
          </a:bodyPr>
          <a:lstStyle>
            <a:lvl1pPr marL="274320" indent="-274320" algn="l">
              <a:lnSpc>
                <a:spcPts val="3230"/>
              </a:lnSpc>
              <a:spcBef>
                <a:spcPts val="0"/>
              </a:spcBef>
              <a:buFont typeface="+mn-lt"/>
              <a:buAutoNum type="arabicPeriod"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1pPr>
            <a:lvl2pPr marL="274320" indent="-274320" algn="l">
              <a:lnSpc>
                <a:spcPts val="3230"/>
              </a:lnSpc>
              <a:spcBef>
                <a:spcPts val="0"/>
              </a:spcBef>
              <a:buFont typeface="+mn-lt"/>
              <a:buAutoNum type="arabicPeriod"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2pPr>
            <a:lvl3pPr marL="274320" indent="-274320" algn="l">
              <a:lnSpc>
                <a:spcPts val="3230"/>
              </a:lnSpc>
              <a:spcBef>
                <a:spcPts val="0"/>
              </a:spcBef>
              <a:buFont typeface="+mn-lt"/>
              <a:buAutoNum type="arabicPeriod"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3pPr>
            <a:lvl4pPr marL="274320" indent="-274320" algn="l">
              <a:lnSpc>
                <a:spcPts val="3230"/>
              </a:lnSpc>
              <a:spcBef>
                <a:spcPts val="0"/>
              </a:spcBef>
              <a:buFont typeface="+mn-lt"/>
              <a:buAutoNum type="arabicPeriod"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4pPr>
            <a:lvl5pPr marL="274320" indent="-274320" algn="l">
              <a:lnSpc>
                <a:spcPts val="3230"/>
              </a:lnSpc>
              <a:spcBef>
                <a:spcPts val="0"/>
              </a:spcBef>
              <a:buFont typeface="+mn-lt"/>
              <a:buAutoNum type="arabicPeriod"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5pPr>
            <a:lvl6pPr marL="274320" indent="-274320" algn="l">
              <a:lnSpc>
                <a:spcPts val="3230"/>
              </a:lnSpc>
              <a:spcBef>
                <a:spcPts val="0"/>
              </a:spcBef>
              <a:buFont typeface="+mn-lt"/>
              <a:buAutoNum type="arabicPeriod"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6pPr>
            <a:lvl7pPr marL="274320" indent="-274320" algn="l">
              <a:lnSpc>
                <a:spcPts val="3230"/>
              </a:lnSpc>
              <a:spcBef>
                <a:spcPts val="0"/>
              </a:spcBef>
              <a:buFont typeface="+mn-lt"/>
              <a:buAutoNum type="arabicPeriod"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7pPr>
            <a:lvl8pPr marL="274320" indent="-274320" algn="l">
              <a:lnSpc>
                <a:spcPts val="3230"/>
              </a:lnSpc>
              <a:spcBef>
                <a:spcPts val="0"/>
              </a:spcBef>
              <a:buFont typeface="+mn-lt"/>
              <a:buAutoNum type="arabicPeriod"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8pPr>
            <a:lvl9pPr marL="274320" indent="-274320" algn="l">
              <a:lnSpc>
                <a:spcPts val="3230"/>
              </a:lnSpc>
              <a:spcBef>
                <a:spcPts val="0"/>
              </a:spcBef>
              <a:buFont typeface="+mn-lt"/>
              <a:buAutoNum type="arabicPeriod"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9pPr>
          </a:lstStyle>
          <a:p>
            <a:r>
              <a:rPr lang="en-US" dirty="0"/>
              <a:t>步骤一
步骤二
步骤三</a:t>
            </a:r>
          </a:p>
        </p:txBody>
      </p:sp>
      <p:pic>
        <p:nvPicPr>
          <p:cNvPr id="61" name="Phone Frame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97864" y="3931920"/>
            <a:ext cx="3868711" cy="74523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13 结尾页 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 xmlns:r="http://schemas.openxmlformats.org/officeDocument/2006/relationships">
        <p:nvSpPr>
          <p:cNvPr id="60" name="Phone Screen 60"/>
          <p:cNvSpPr/>
          <p:nvPr/>
        </p:nvSpPr>
        <p:spPr>
          <a:xfrm>
            <a:off x="7345380" y="2661137"/>
            <a:ext cx="3518774" cy="7591568"/>
          </a:xfrm>
          <a:prstGeom prst="roundRect">
            <a:avLst>
              <a:gd name="adj" fmla="val 13947"/>
            </a:avLst>
          </a:prstGeom>
          <a:solidFill>
            <a:srgbClr val="F2F2F4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61" name="Phone Screenshot 61"/>
          <p:cNvSpPr>
            <a:spLocks noGrp="1"/>
          </p:cNvSpPr>
          <p:nvPr>
            <p:ph type="pic" idx="71" hasCustomPrompt="1"/>
          </p:nvPr>
        </p:nvSpPr>
        <p:spPr>
          <a:xfrm>
            <a:off x="7345380" y="2661137"/>
            <a:ext cx="3518774" cy="7591568"/>
          </a:xfrm>
          <a:prstGeom prst="roundRect">
            <a:avLst>
              <a:gd name="adj" fmla="val 13947"/>
            </a:avLst>
          </a:prstGeom>
          <a:solidFill>
            <a:srgbClr val="F2F2F4"/>
          </a:solidFill>
        </p:spPr>
        <p:txBody>
          <a:bodyPr wrap="square" lIns="45720" tIns="45720" rIns="45720" bIns="45720" anchor="ctr"/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250" b="0" kern="1200">
                <a:solidFill>
                  <a:srgbClr val="8E8E93"/>
                </a:solidFill>
                <a:latin typeface="+mn-lt"/>
                <a:cs typeface="+mn-lt"/>
              </a:defRPr>
            </a:lvl1pPr>
          </a:lstStyle>
          <a:p>
            <a:r>
              <a:rPr lang="zh-CN" altLang="en-US" dirty="0"/>
              <a:t>点击插入截图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0" name="Title"/>
          <p:cNvSpPr>
            <a:spLocks noGrp="1"/>
          </p:cNvSpPr>
          <p:nvPr>
            <p:ph type="title" hasCustomPrompt="1"/>
          </p:nvPr>
        </p:nvSpPr>
        <p:spPr>
          <a:xfrm>
            <a:off x="1417320" y="3054096"/>
            <a:ext cx="5120640" cy="749808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>
              <a:lnSpc>
                <a:spcPts val="3100"/>
              </a:lnSpc>
              <a:spcBef>
                <a:spcPts val="0"/>
              </a:spcBef>
              <a:buNone/>
              <a:defRPr sz="3100" b="1" spc="-20" kern="1200">
                <a:solidFill>
                  <a:srgbClr val="000000"/>
                </a:solidFill>
                <a:latin typeface="+mj-lt"/>
                <a:cs typeface="+mj-lt"/>
              </a:defRPr>
            </a:lvl1pPr>
            <a:lvl2pPr marL="0" indent="0" algn="l">
              <a:lnSpc>
                <a:spcPts val="3100"/>
              </a:lnSpc>
              <a:spcBef>
                <a:spcPts val="0"/>
              </a:spcBef>
              <a:buNone/>
              <a:defRPr sz="3100" b="1" spc="-20" kern="1200">
                <a:solidFill>
                  <a:srgbClr val="000000"/>
                </a:solidFill>
                <a:latin typeface="+mj-lt"/>
                <a:cs typeface="+mj-lt"/>
              </a:defRPr>
            </a:lvl2pPr>
            <a:lvl3pPr marL="0" indent="0" algn="l">
              <a:lnSpc>
                <a:spcPts val="3100"/>
              </a:lnSpc>
              <a:spcBef>
                <a:spcPts val="0"/>
              </a:spcBef>
              <a:buNone/>
              <a:defRPr sz="3100" b="1" spc="-20" kern="1200">
                <a:solidFill>
                  <a:srgbClr val="000000"/>
                </a:solidFill>
                <a:latin typeface="+mj-lt"/>
                <a:cs typeface="+mj-lt"/>
              </a:defRPr>
            </a:lvl3pPr>
            <a:lvl4pPr marL="0" indent="0" algn="l">
              <a:lnSpc>
                <a:spcPts val="3100"/>
              </a:lnSpc>
              <a:spcBef>
                <a:spcPts val="0"/>
              </a:spcBef>
              <a:buNone/>
              <a:defRPr sz="3100" b="1" spc="-20" kern="1200">
                <a:solidFill>
                  <a:srgbClr val="000000"/>
                </a:solidFill>
                <a:latin typeface="+mj-lt"/>
                <a:cs typeface="+mj-lt"/>
              </a:defRPr>
            </a:lvl4pPr>
            <a:lvl5pPr marL="0" indent="0" algn="l">
              <a:lnSpc>
                <a:spcPts val="3100"/>
              </a:lnSpc>
              <a:spcBef>
                <a:spcPts val="0"/>
              </a:spcBef>
              <a:buNone/>
              <a:defRPr sz="3100" b="1" spc="-20" kern="1200">
                <a:solidFill>
                  <a:srgbClr val="000000"/>
                </a:solidFill>
                <a:latin typeface="+mj-lt"/>
                <a:cs typeface="+mj-lt"/>
              </a:defRPr>
            </a:lvl5pPr>
            <a:lvl6pPr marL="0" indent="0" algn="l">
              <a:lnSpc>
                <a:spcPts val="3100"/>
              </a:lnSpc>
              <a:spcBef>
                <a:spcPts val="0"/>
              </a:spcBef>
              <a:buNone/>
              <a:defRPr sz="3100" b="1" spc="-20" kern="1200">
                <a:solidFill>
                  <a:srgbClr val="000000"/>
                </a:solidFill>
                <a:latin typeface="+mj-lt"/>
                <a:cs typeface="+mj-lt"/>
              </a:defRPr>
            </a:lvl6pPr>
            <a:lvl7pPr marL="0" indent="0" algn="l">
              <a:lnSpc>
                <a:spcPts val="3100"/>
              </a:lnSpc>
              <a:spcBef>
                <a:spcPts val="0"/>
              </a:spcBef>
              <a:buNone/>
              <a:defRPr sz="3100" b="1" spc="-20" kern="1200">
                <a:solidFill>
                  <a:srgbClr val="000000"/>
                </a:solidFill>
                <a:latin typeface="+mj-lt"/>
                <a:cs typeface="+mj-lt"/>
              </a:defRPr>
            </a:lvl7pPr>
            <a:lvl8pPr marL="0" indent="0" algn="l">
              <a:lnSpc>
                <a:spcPts val="3100"/>
              </a:lnSpc>
              <a:spcBef>
                <a:spcPts val="0"/>
              </a:spcBef>
              <a:buNone/>
              <a:defRPr sz="3100" b="1" spc="-20" kern="1200">
                <a:solidFill>
                  <a:srgbClr val="000000"/>
                </a:solidFill>
                <a:latin typeface="+mj-lt"/>
                <a:cs typeface="+mj-lt"/>
              </a:defRPr>
            </a:lvl8pPr>
            <a:lvl9pPr marL="0" indent="0" algn="l">
              <a:lnSpc>
                <a:spcPts val="3100"/>
              </a:lnSpc>
              <a:spcBef>
                <a:spcPts val="0"/>
              </a:spcBef>
              <a:buNone/>
              <a:defRPr sz="3100" b="1" spc="-20" kern="1200">
                <a:solidFill>
                  <a:srgbClr val="000000"/>
                </a:solidFill>
                <a:latin typeface="+mj-lt"/>
                <a:cs typeface="+mj-lt"/>
              </a:defRPr>
            </a:lvl9pPr>
          </a:lstStyle>
          <a:p>
            <a:r>
              <a:rPr lang="en-US" dirty="0"/>
              <a:t>Any questions?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1" name="Body"/>
          <p:cNvSpPr>
            <a:spLocks noGrp="1"/>
          </p:cNvSpPr>
          <p:nvPr>
            <p:ph type="body" idx="1" hasCustomPrompt="1"/>
          </p:nvPr>
        </p:nvSpPr>
        <p:spPr>
          <a:xfrm>
            <a:off x="1417320" y="3858768"/>
            <a:ext cx="5120640" cy="475488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>
              <a:lnSpc>
                <a:spcPts val="1800"/>
              </a:lnSpc>
              <a:spcBef>
                <a:spcPts val="0"/>
              </a:spcBef>
              <a:buNone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1pPr>
            <a:lvl2pPr marL="0" indent="0" algn="l">
              <a:lnSpc>
                <a:spcPts val="1800"/>
              </a:lnSpc>
              <a:spcBef>
                <a:spcPts val="0"/>
              </a:spcBef>
              <a:buNone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2pPr>
            <a:lvl3pPr marL="0" indent="0" algn="l">
              <a:lnSpc>
                <a:spcPts val="1800"/>
              </a:lnSpc>
              <a:spcBef>
                <a:spcPts val="0"/>
              </a:spcBef>
              <a:buNone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3pPr>
            <a:lvl4pPr marL="0" indent="0" algn="l">
              <a:lnSpc>
                <a:spcPts val="1800"/>
              </a:lnSpc>
              <a:spcBef>
                <a:spcPts val="0"/>
              </a:spcBef>
              <a:buNone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4pPr>
            <a:lvl5pPr marL="0" indent="0" algn="l">
              <a:lnSpc>
                <a:spcPts val="1800"/>
              </a:lnSpc>
              <a:spcBef>
                <a:spcPts val="0"/>
              </a:spcBef>
              <a:buNone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5pPr>
            <a:lvl6pPr marL="0" indent="0" algn="l">
              <a:lnSpc>
                <a:spcPts val="1800"/>
              </a:lnSpc>
              <a:spcBef>
                <a:spcPts val="0"/>
              </a:spcBef>
              <a:buNone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6pPr>
            <a:lvl7pPr marL="0" indent="0" algn="l">
              <a:lnSpc>
                <a:spcPts val="1800"/>
              </a:lnSpc>
              <a:spcBef>
                <a:spcPts val="0"/>
              </a:spcBef>
              <a:buNone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7pPr>
            <a:lvl8pPr marL="0" indent="0" algn="l">
              <a:lnSpc>
                <a:spcPts val="1800"/>
              </a:lnSpc>
              <a:spcBef>
                <a:spcPts val="0"/>
              </a:spcBef>
              <a:buNone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8pPr>
            <a:lvl9pPr marL="0" indent="0" algn="l">
              <a:lnSpc>
                <a:spcPts val="1800"/>
              </a:lnSpc>
              <a:spcBef>
                <a:spcPts val="0"/>
              </a:spcBef>
              <a:buNone/>
              <a:defRPr sz="1800" b="0" kern="1200">
                <a:solidFill>
                  <a:srgbClr val="333333"/>
                </a:solidFill>
                <a:latin typeface="+mn-lt"/>
                <a:cs typeface="+mn-lt"/>
              </a:defRPr>
            </a:lvl9pPr>
          </a:lstStyle>
          <a:p>
            <a:r>
              <a:rPr lang="en-US" dirty="0"/>
              <a:t>Just let us know ;P</a:t>
            </a:r>
          </a:p>
        </p:txBody>
      </p:sp>
      <p:pic>
        <p:nvPicPr>
          <p:cNvPr id="62" name="Phone Frame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016" y="2331720"/>
            <a:ext cx="4267449" cy="82204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14 空白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 xmlns:r="http://schemas.openxmlformats.org/officeDocument/2006/relationships"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914400" y="603504"/>
            <a:ext cx="10360152" cy="91440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buNone/>
              <a:defRPr sz="2900" b="1" kern="1200">
                <a:solidFill>
                  <a:srgbClr val="000000"/>
                </a:solidFill>
                <a:latin typeface="+mj-lt"/>
                <a:cs typeface="+mj-lt"/>
              </a:defRPr>
            </a:lvl1pPr>
          </a:lstStyle>
          <a:p>
            <a:r>
              <a:rPr lang="en-US" dirty="0"/>
              <a:t>Master title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3" name="Body"/>
          <p:cNvSpPr>
            <a:spLocks noGrp="1"/>
          </p:cNvSpPr>
          <p:nvPr>
            <p:ph type="body" idx="1" hasCustomPrompt="1"/>
          </p:nvPr>
        </p:nvSpPr>
        <p:spPr>
          <a:xfrm>
            <a:off x="914400" y="1737360"/>
            <a:ext cx="10360152" cy="420624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>
              <a:lnSpc>
                <a:spcPts val="2465"/>
              </a:lnSpc>
              <a:spcBef>
                <a:spcPts val="600"/>
              </a:spcBef>
              <a:buNone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1pPr>
            <a:lvl2pPr marL="0" indent="0" algn="l">
              <a:lnSpc>
                <a:spcPts val="2465"/>
              </a:lnSpc>
              <a:spcBef>
                <a:spcPts val="600"/>
              </a:spcBef>
              <a:buNone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2pPr>
            <a:lvl3pPr marL="0" indent="0" algn="l">
              <a:lnSpc>
                <a:spcPts val="2465"/>
              </a:lnSpc>
              <a:spcBef>
                <a:spcPts val="600"/>
              </a:spcBef>
              <a:buNone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3pPr>
            <a:lvl4pPr marL="0" indent="0" algn="l">
              <a:lnSpc>
                <a:spcPts val="2465"/>
              </a:lnSpc>
              <a:spcBef>
                <a:spcPts val="600"/>
              </a:spcBef>
              <a:buNone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4pPr>
            <a:lvl5pPr marL="0" indent="0" algn="l">
              <a:lnSpc>
                <a:spcPts val="2465"/>
              </a:lnSpc>
              <a:spcBef>
                <a:spcPts val="600"/>
              </a:spcBef>
              <a:buNone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5pPr>
            <a:lvl6pPr marL="0" indent="0" algn="l">
              <a:lnSpc>
                <a:spcPts val="2465"/>
              </a:lnSpc>
              <a:spcBef>
                <a:spcPts val="600"/>
              </a:spcBef>
              <a:buNone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6pPr>
            <a:lvl7pPr marL="0" indent="0" algn="l">
              <a:lnSpc>
                <a:spcPts val="2465"/>
              </a:lnSpc>
              <a:spcBef>
                <a:spcPts val="600"/>
              </a:spcBef>
              <a:buNone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7pPr>
            <a:lvl8pPr marL="0" indent="0" algn="l">
              <a:lnSpc>
                <a:spcPts val="2465"/>
              </a:lnSpc>
              <a:spcBef>
                <a:spcPts val="600"/>
              </a:spcBef>
              <a:buNone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8pPr>
            <a:lvl9pPr marL="0" indent="0" algn="l">
              <a:lnSpc>
                <a:spcPts val="2465"/>
              </a:lnSpc>
              <a:spcBef>
                <a:spcPts val="600"/>
              </a:spcBef>
              <a:buNone/>
              <a:defRPr sz="1700" b="0" kern="1200">
                <a:solidFill>
                  <a:srgbClr val="333333"/>
                </a:solidFill>
                <a:latin typeface="+mn-lt"/>
                <a:cs typeface="+mn-lt"/>
              </a:defRPr>
            </a:lvl9pPr>
          </a:lstStyle>
          <a:p>
            <a:r>
              <a:rPr lang="en-US" dirty="0"/>
              <a:t>Master body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</p:sldLayoutIdLst>
  <p:txStyles>
    <p:titleStyle>
      <a:lvl1pPr marL="0" indent="0" algn="l">
        <a:lnSpc>
          <a:spcPts val="3625"/>
        </a:lnSpc>
        <a:spcBef>
          <a:spcPts val="0"/>
        </a:spcBef>
        <a:buNone/>
        <a:defRPr sz="2900" b="1" kern="1200">
          <a:solidFill>
            <a:srgbClr val="000000"/>
          </a:solidFill>
          <a:latin typeface="+mj-lt"/>
          <a:cs typeface="+mj-lt"/>
        </a:defRPr>
      </a:lvl1pPr>
      <a:lvl2pPr marL="0" indent="0" algn="l">
        <a:lnSpc>
          <a:spcPts val="3625"/>
        </a:lnSpc>
        <a:spcBef>
          <a:spcPts val="0"/>
        </a:spcBef>
        <a:buNone/>
        <a:defRPr sz="2900" b="1" kern="1200">
          <a:solidFill>
            <a:srgbClr val="000000"/>
          </a:solidFill>
          <a:latin typeface="+mj-lt"/>
          <a:cs typeface="+mj-lt"/>
        </a:defRPr>
      </a:lvl2pPr>
      <a:lvl3pPr marL="0" indent="0" algn="l">
        <a:lnSpc>
          <a:spcPts val="3625"/>
        </a:lnSpc>
        <a:spcBef>
          <a:spcPts val="0"/>
        </a:spcBef>
        <a:buNone/>
        <a:defRPr sz="2900" b="1" kern="1200">
          <a:solidFill>
            <a:srgbClr val="000000"/>
          </a:solidFill>
          <a:latin typeface="+mj-lt"/>
          <a:cs typeface="+mj-lt"/>
        </a:defRPr>
      </a:lvl3pPr>
      <a:lvl4pPr marL="0" indent="0" algn="l">
        <a:lnSpc>
          <a:spcPts val="3625"/>
        </a:lnSpc>
        <a:spcBef>
          <a:spcPts val="0"/>
        </a:spcBef>
        <a:buNone/>
        <a:defRPr sz="2900" b="1" kern="1200">
          <a:solidFill>
            <a:srgbClr val="000000"/>
          </a:solidFill>
          <a:latin typeface="+mj-lt"/>
          <a:cs typeface="+mj-lt"/>
        </a:defRPr>
      </a:lvl4pPr>
      <a:lvl5pPr marL="0" indent="0" algn="l">
        <a:lnSpc>
          <a:spcPts val="3625"/>
        </a:lnSpc>
        <a:spcBef>
          <a:spcPts val="0"/>
        </a:spcBef>
        <a:buNone/>
        <a:defRPr sz="2900" b="1" kern="1200">
          <a:solidFill>
            <a:srgbClr val="000000"/>
          </a:solidFill>
          <a:latin typeface="+mj-lt"/>
          <a:cs typeface="+mj-lt"/>
        </a:defRPr>
      </a:lvl5pPr>
      <a:lvl6pPr marL="0" indent="0" algn="l">
        <a:lnSpc>
          <a:spcPts val="3625"/>
        </a:lnSpc>
        <a:spcBef>
          <a:spcPts val="0"/>
        </a:spcBef>
        <a:buNone/>
        <a:defRPr sz="2900" b="1" kern="1200">
          <a:solidFill>
            <a:srgbClr val="000000"/>
          </a:solidFill>
          <a:latin typeface="+mj-lt"/>
          <a:cs typeface="+mj-lt"/>
        </a:defRPr>
      </a:lvl6pPr>
      <a:lvl7pPr marL="0" indent="0" algn="l">
        <a:lnSpc>
          <a:spcPts val="3625"/>
        </a:lnSpc>
        <a:spcBef>
          <a:spcPts val="0"/>
        </a:spcBef>
        <a:buNone/>
        <a:defRPr sz="2900" b="1" kern="1200">
          <a:solidFill>
            <a:srgbClr val="000000"/>
          </a:solidFill>
          <a:latin typeface="+mj-lt"/>
          <a:cs typeface="+mj-lt"/>
        </a:defRPr>
      </a:lvl7pPr>
      <a:lvl8pPr marL="0" indent="0" algn="l">
        <a:lnSpc>
          <a:spcPts val="3625"/>
        </a:lnSpc>
        <a:spcBef>
          <a:spcPts val="0"/>
        </a:spcBef>
        <a:buNone/>
        <a:defRPr sz="2900" b="1" kern="1200">
          <a:solidFill>
            <a:srgbClr val="000000"/>
          </a:solidFill>
          <a:latin typeface="+mj-lt"/>
          <a:cs typeface="+mj-lt"/>
        </a:defRPr>
      </a:lvl8pPr>
      <a:lvl9pPr marL="0" indent="0" algn="l">
        <a:lnSpc>
          <a:spcPts val="3625"/>
        </a:lnSpc>
        <a:spcBef>
          <a:spcPts val="0"/>
        </a:spcBef>
        <a:buNone/>
        <a:defRPr sz="2900" b="1" kern="1200">
          <a:solidFill>
            <a:srgbClr val="000000"/>
          </a:solidFill>
          <a:latin typeface="+mj-lt"/>
          <a:cs typeface="+mj-lt"/>
        </a:defRPr>
      </a:lvl9pPr>
    </p:titleStyle>
    <p:bodyStyle>
      <a:lvl1pPr marL="0" indent="0" algn="l">
        <a:lnSpc>
          <a:spcPts val="2125"/>
        </a:lnSpc>
        <a:spcBef>
          <a:spcPts val="0"/>
        </a:spcBef>
        <a:buNone/>
        <a:defRPr sz="1700" b="0" kern="1200">
          <a:solidFill>
            <a:srgbClr val="333333"/>
          </a:solidFill>
          <a:latin typeface="+mn-lt"/>
          <a:cs typeface="+mn-lt"/>
        </a:defRPr>
      </a:lvl1pPr>
      <a:lvl2pPr marL="0" indent="0" algn="l">
        <a:lnSpc>
          <a:spcPts val="2125"/>
        </a:lnSpc>
        <a:spcBef>
          <a:spcPts val="0"/>
        </a:spcBef>
        <a:buNone/>
        <a:defRPr sz="1700" b="0" kern="1200">
          <a:solidFill>
            <a:srgbClr val="333333"/>
          </a:solidFill>
          <a:latin typeface="+mn-lt"/>
          <a:cs typeface="+mn-lt"/>
        </a:defRPr>
      </a:lvl2pPr>
      <a:lvl3pPr marL="0" indent="0" algn="l">
        <a:lnSpc>
          <a:spcPts val="2125"/>
        </a:lnSpc>
        <a:spcBef>
          <a:spcPts val="0"/>
        </a:spcBef>
        <a:buNone/>
        <a:defRPr sz="1700" b="0" kern="1200">
          <a:solidFill>
            <a:srgbClr val="333333"/>
          </a:solidFill>
          <a:latin typeface="+mn-lt"/>
          <a:cs typeface="+mn-lt"/>
        </a:defRPr>
      </a:lvl3pPr>
      <a:lvl4pPr marL="0" indent="0" algn="l">
        <a:lnSpc>
          <a:spcPts val="2125"/>
        </a:lnSpc>
        <a:spcBef>
          <a:spcPts val="0"/>
        </a:spcBef>
        <a:buNone/>
        <a:defRPr sz="1700" b="0" kern="1200">
          <a:solidFill>
            <a:srgbClr val="333333"/>
          </a:solidFill>
          <a:latin typeface="+mn-lt"/>
          <a:cs typeface="+mn-lt"/>
        </a:defRPr>
      </a:lvl4pPr>
      <a:lvl5pPr marL="0" indent="0" algn="l">
        <a:lnSpc>
          <a:spcPts val="2125"/>
        </a:lnSpc>
        <a:spcBef>
          <a:spcPts val="0"/>
        </a:spcBef>
        <a:buNone/>
        <a:defRPr sz="1700" b="0" kern="1200">
          <a:solidFill>
            <a:srgbClr val="333333"/>
          </a:solidFill>
          <a:latin typeface="+mn-lt"/>
          <a:cs typeface="+mn-lt"/>
        </a:defRPr>
      </a:lvl5pPr>
      <a:lvl6pPr marL="0" indent="0" algn="l">
        <a:lnSpc>
          <a:spcPts val="2125"/>
        </a:lnSpc>
        <a:spcBef>
          <a:spcPts val="0"/>
        </a:spcBef>
        <a:buNone/>
        <a:defRPr sz="1700" b="0" kern="1200">
          <a:solidFill>
            <a:srgbClr val="333333"/>
          </a:solidFill>
          <a:latin typeface="+mn-lt"/>
          <a:cs typeface="+mn-lt"/>
        </a:defRPr>
      </a:lvl6pPr>
      <a:lvl7pPr marL="0" indent="0" algn="l">
        <a:lnSpc>
          <a:spcPts val="2125"/>
        </a:lnSpc>
        <a:spcBef>
          <a:spcPts val="0"/>
        </a:spcBef>
        <a:buNone/>
        <a:defRPr sz="1700" b="0" kern="1200">
          <a:solidFill>
            <a:srgbClr val="333333"/>
          </a:solidFill>
          <a:latin typeface="+mn-lt"/>
          <a:cs typeface="+mn-lt"/>
        </a:defRPr>
      </a:lvl7pPr>
      <a:lvl8pPr marL="0" indent="0" algn="l">
        <a:lnSpc>
          <a:spcPts val="2125"/>
        </a:lnSpc>
        <a:spcBef>
          <a:spcPts val="0"/>
        </a:spcBef>
        <a:buNone/>
        <a:defRPr sz="1700" b="0" kern="1200">
          <a:solidFill>
            <a:srgbClr val="333333"/>
          </a:solidFill>
          <a:latin typeface="+mn-lt"/>
          <a:cs typeface="+mn-lt"/>
        </a:defRPr>
      </a:lvl8pPr>
      <a:lvl9pPr marL="0" indent="0" algn="l">
        <a:lnSpc>
          <a:spcPts val="2125"/>
        </a:lnSpc>
        <a:spcBef>
          <a:spcPts val="0"/>
        </a:spcBef>
        <a:buNone/>
        <a:defRPr sz="1700" b="0" kern="1200">
          <a:solidFill>
            <a:srgbClr val="333333"/>
          </a:solidFill>
          <a:latin typeface="+mn-lt"/>
          <a:cs typeface="+mn-lt"/>
        </a:defRPr>
      </a:lvl9pPr>
    </p:bodyStyle>
    <p:otherStyle>
      <a:lvl1pPr marL="0" indent="0" algn="l">
        <a:lnSpc>
          <a:spcPts val="2125"/>
        </a:lnSpc>
        <a:spcBef>
          <a:spcPts val="0"/>
        </a:spcBef>
        <a:buNone/>
        <a:defRPr sz="1700" b="0" kern="1200">
          <a:solidFill>
            <a:srgbClr val="333333"/>
          </a:solidFill>
          <a:latin typeface="+mn-lt"/>
          <a:cs typeface="+mn-lt"/>
        </a:defRPr>
      </a:lvl1pPr>
      <a:lvl2pPr marL="0" indent="0" algn="l">
        <a:lnSpc>
          <a:spcPts val="2125"/>
        </a:lnSpc>
        <a:spcBef>
          <a:spcPts val="0"/>
        </a:spcBef>
        <a:buNone/>
        <a:defRPr sz="1700" b="0" kern="1200">
          <a:solidFill>
            <a:srgbClr val="333333"/>
          </a:solidFill>
          <a:latin typeface="+mn-lt"/>
          <a:cs typeface="+mn-lt"/>
        </a:defRPr>
      </a:lvl2pPr>
      <a:lvl3pPr marL="0" indent="0" algn="l">
        <a:lnSpc>
          <a:spcPts val="2125"/>
        </a:lnSpc>
        <a:spcBef>
          <a:spcPts val="0"/>
        </a:spcBef>
        <a:buNone/>
        <a:defRPr sz="1700" b="0" kern="1200">
          <a:solidFill>
            <a:srgbClr val="333333"/>
          </a:solidFill>
          <a:latin typeface="+mn-lt"/>
          <a:cs typeface="+mn-lt"/>
        </a:defRPr>
      </a:lvl3pPr>
      <a:lvl4pPr marL="0" indent="0" algn="l">
        <a:lnSpc>
          <a:spcPts val="2125"/>
        </a:lnSpc>
        <a:spcBef>
          <a:spcPts val="0"/>
        </a:spcBef>
        <a:buNone/>
        <a:defRPr sz="1700" b="0" kern="1200">
          <a:solidFill>
            <a:srgbClr val="333333"/>
          </a:solidFill>
          <a:latin typeface="+mn-lt"/>
          <a:cs typeface="+mn-lt"/>
        </a:defRPr>
      </a:lvl4pPr>
      <a:lvl5pPr marL="0" indent="0" algn="l">
        <a:lnSpc>
          <a:spcPts val="2125"/>
        </a:lnSpc>
        <a:spcBef>
          <a:spcPts val="0"/>
        </a:spcBef>
        <a:buNone/>
        <a:defRPr sz="1700" b="0" kern="1200">
          <a:solidFill>
            <a:srgbClr val="333333"/>
          </a:solidFill>
          <a:latin typeface="+mn-lt"/>
          <a:cs typeface="+mn-lt"/>
        </a:defRPr>
      </a:lvl5pPr>
      <a:lvl6pPr marL="0" indent="0" algn="l">
        <a:lnSpc>
          <a:spcPts val="2125"/>
        </a:lnSpc>
        <a:spcBef>
          <a:spcPts val="0"/>
        </a:spcBef>
        <a:buNone/>
        <a:defRPr sz="1700" b="0" kern="1200">
          <a:solidFill>
            <a:srgbClr val="333333"/>
          </a:solidFill>
          <a:latin typeface="+mn-lt"/>
          <a:cs typeface="+mn-lt"/>
        </a:defRPr>
      </a:lvl6pPr>
      <a:lvl7pPr marL="0" indent="0" algn="l">
        <a:lnSpc>
          <a:spcPts val="2125"/>
        </a:lnSpc>
        <a:spcBef>
          <a:spcPts val="0"/>
        </a:spcBef>
        <a:buNone/>
        <a:defRPr sz="1700" b="0" kern="1200">
          <a:solidFill>
            <a:srgbClr val="333333"/>
          </a:solidFill>
          <a:latin typeface="+mn-lt"/>
          <a:cs typeface="+mn-lt"/>
        </a:defRPr>
      </a:lvl7pPr>
      <a:lvl8pPr marL="0" indent="0" algn="l">
        <a:lnSpc>
          <a:spcPts val="2125"/>
        </a:lnSpc>
        <a:spcBef>
          <a:spcPts val="0"/>
        </a:spcBef>
        <a:buNone/>
        <a:defRPr sz="1700" b="0" kern="1200">
          <a:solidFill>
            <a:srgbClr val="333333"/>
          </a:solidFill>
          <a:latin typeface="+mn-lt"/>
          <a:cs typeface="+mn-lt"/>
        </a:defRPr>
      </a:lvl8pPr>
      <a:lvl9pPr marL="0" indent="0" algn="l">
        <a:lnSpc>
          <a:spcPts val="2125"/>
        </a:lnSpc>
        <a:spcBef>
          <a:spcPts val="0"/>
        </a:spcBef>
        <a:buNone/>
        <a:defRPr sz="1700" b="0" kern="1200">
          <a:solidFill>
            <a:srgbClr val="333333"/>
          </a:solidFill>
          <a:latin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71"/>
          </p:nvPr>
        </p:nvSpPr>
        <p:spPr/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1Fit App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KOL Collab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INFLUENCER</a:t>
            </a:r>
          </a:p>
          <a:p>
            <a:r>
              <a:t>CONTENT CREATION</a:t>
            </a:r>
          </a:p>
          <a:p>
            <a:r>
              <a:t>GUIDE-ISHHH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71"/>
          </p:nvPr>
        </p:nvSpPr>
        <p:spPr/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1Fit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Founded in Kazakhstan in 2018, we’re a fitness app that provides memberships in </a:t>
            </a:r>
            <a:r>
              <a:rPr b="1"/>
              <a:t>six countries</a:t>
            </a:r>
            <a:r>
              <a:t> with more than </a:t>
            </a:r>
            <a:r>
              <a:rPr b="1"/>
              <a:t>2M</a:t>
            </a:r>
            <a:r>
              <a:t> registered users (95% are annual members) &amp; </a:t>
            </a:r>
            <a:r>
              <a:rPr b="1"/>
              <a:t>6.5M</a:t>
            </a:r>
            <a:r>
              <a:t> training sessions worldwide.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71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Gym</a:t>
            </a:r>
          </a:p>
          <a:p>
            <a:r>
              <a:t>Yoga</a:t>
            </a:r>
          </a:p>
          <a:p>
            <a:r>
              <a:t>Martial Arts</a:t>
            </a:r>
          </a:p>
          <a:p>
            <a:r>
              <a:t>Pickleballs</a:t>
            </a:r>
          </a:p>
          <a:p>
            <a:r>
              <a:t>Bouldering</a:t>
            </a:r>
          </a:p>
          <a:p>
            <a:r>
              <a:t>Recovery &amp; Spa</a:t>
            </a:r>
          </a:p>
          <a:p>
            <a:r>
              <a:t>Dance</a:t>
            </a:r>
          </a:p>
          <a:p>
            <a:r>
              <a:t>Horse Riding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We’re in Malaysia!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Launched in January 2024, Malaysia is our first Southeast Asia region where our users can access over </a:t>
            </a:r>
            <a:r>
              <a:rPr b="1"/>
              <a:t>450+</a:t>
            </a:r>
            <a:r>
              <a:t> gyms/studios in Klang Valley &amp; Selangor.</a:t>
            </a:r>
          </a:p>
          <a:p>
            <a:r>
              <a:t>Our main differentiation from competitors: our subscription allows almost unlimited access to the gyms, studios and classes on our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73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71"/>
          </p:nvPr>
        </p:nvSpPr>
        <p:spPr/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socials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We’re on Instagram &amp; TikTok – consist of our very own content + influencers &amp; media collab posts etc.</a:t>
            </a:r>
          </a:p>
          <a:p>
            <a:r>
              <a:t>The vibe is </a:t>
            </a:r>
            <a:r>
              <a:rPr b="1">
                <a:solidFill>
                  <a:srgbClr val="524EDE"/>
                </a:solidFill>
              </a:rPr>
              <a:t>not just BLUE</a:t>
            </a:r>
            <a:r>
              <a:t>, we’re focusing on fun &amp; trendy content – engaging with Malaysians in a relevant and localised manner.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73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71"/>
          </p:nvPr>
        </p:nvSpPr>
        <p:spPr/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Message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Simple pointers to be mixed in your content</a:t>
            </a:r>
          </a:p>
          <a:p>
            <a:r>
              <a:t>(we don’t do hard sell)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We offer unlimited membership pass (not credits)</a:t>
            </a:r>
            <a:r>
              <a:t> – go anywhere you want.</a:t>
            </a:r>
          </a:p>
          <a:p>
            <a:r>
              <a:rPr b="1"/>
              <a:t>We have over 450+ locations</a:t>
            </a:r>
            <a:r>
              <a:t> – gyms, studios, classes.</a:t>
            </a:r>
          </a:p>
          <a:p>
            <a:r>
              <a:rPr b="1"/>
              <a:t>Highlight the convenience &amp; benefits of the app</a:t>
            </a:r>
          </a:p>
          <a:p>
            <a:r>
              <a:rPr b="1"/>
              <a:t>Highlight the studio/gym/location</a:t>
            </a:r>
            <a:r>
              <a:t> that you’re going.</a:t>
            </a:r>
          </a:p>
          <a:p>
            <a:r>
              <a:rPr b="1"/>
              <a:t>Get a 7-day free trial</a:t>
            </a:r>
            <a:r>
              <a:t> (using your promocode).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71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Click image to watch</a:t>
            </a:r>
          </a:p>
          <a:p>
            <a:r>
              <a:t>(sample only ahhh…)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Reference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One Activity Experience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t>Video Flow:</a:t>
            </a:r>
          </a:p>
          <a:p>
            <a:r>
              <a:t>Entrance to one location</a:t>
            </a:r>
          </a:p>
          <a:p>
            <a:r>
              <a:t>Introduction of the gym / studio / class</a:t>
            </a:r>
          </a:p>
          <a:p>
            <a:r>
              <a:t>Soft mention of the booking thru 1Fit app</a:t>
            </a:r>
          </a:p>
          <a:p>
            <a:r>
              <a:t>Soft mention of 1Fit USPs (hassle free etc.)</a:t>
            </a:r>
          </a:p>
          <a:p>
            <a:r>
              <a:t>CTA: Download app and get a free trial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71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Click image to watch</a:t>
            </a:r>
          </a:p>
          <a:p>
            <a:r>
              <a:t>(sample only ahhh…)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Reference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Lifestyle Format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t>Video Flow:</a:t>
            </a:r>
          </a:p>
          <a:p>
            <a:r>
              <a:t>Starting with a “day in the life of”…</a:t>
            </a:r>
          </a:p>
          <a:p>
            <a:r>
              <a:t>Slip in that 1Fit is a new addition that’s essential in your life</a:t>
            </a:r>
          </a:p>
          <a:p>
            <a:r>
              <a:t>Highlight the enhanced experience using 1Fit</a:t>
            </a:r>
          </a:p>
          <a:p>
            <a:r>
              <a:t>Visuals of the experience of the workout(s)</a:t>
            </a:r>
          </a:p>
          <a:p>
            <a:r>
              <a:t>CTA: Download app and get a free trial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71"/>
          </p:nvPr>
        </p:nvSpPr>
        <p:spPr/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Hotspots of</a:t>
            </a:r>
          </a:p>
          <a:p>
            <a:r>
              <a:t>Gyms &amp; studios that you can</a:t>
            </a:r>
          </a:p>
          <a:p>
            <a:r>
              <a:t>highlight in your content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FLYPROJECT</a:t>
            </a:r>
          </a:p>
          <a:p>
            <a:r>
              <a:t>Merican Muay Thai</a:t>
            </a:r>
          </a:p>
          <a:p>
            <a:r>
              <a:t>Lionheart Wellness</a:t>
            </a:r>
          </a:p>
          <a:p>
            <a:r>
              <a:t>Manic Studio</a:t>
            </a:r>
          </a:p>
          <a:p>
            <a:r>
              <a:t>Ozone Fitness</a:t>
            </a:r>
          </a:p>
          <a:p>
            <a:r>
              <a:t>Liv Studio</a:t>
            </a:r>
          </a:p>
          <a:p>
            <a:r>
              <a:t>Gym Box</a:t>
            </a:r>
          </a:p>
          <a:p>
            <a:r>
              <a:t>Oxygen Fitness</a:t>
            </a:r>
          </a:p>
          <a:p>
            <a:r>
              <a:t>Batuu (Bouldering)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Revery Idealistic (AI-tech Gym)</a:t>
            </a:r>
          </a:p>
          <a:p>
            <a:r>
              <a:t>ESM Pickters Arena (Pickleball)</a:t>
            </a:r>
          </a:p>
          <a:p>
            <a:r>
              <a:t>Under The Light Yoga</a:t>
            </a:r>
          </a:p>
          <a:p>
            <a:r>
              <a:t>SimGolf</a:t>
            </a:r>
          </a:p>
          <a:p>
            <a:r>
              <a:t>The Active Chimp</a:t>
            </a:r>
          </a:p>
          <a:p>
            <a:r>
              <a:t>Ouranos Gym</a:t>
            </a:r>
          </a:p>
          <a:p>
            <a:r>
              <a:t>MyThai (Massages)</a:t>
            </a:r>
          </a:p>
          <a:p>
            <a:r>
              <a:t>Dayakboi Playground (Archery)</a:t>
            </a:r>
          </a:p>
          <a:p>
            <a:r>
              <a:t>Momoswim Inc (Watersports)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We have 450+ locations for you to choose from!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71"/>
          </p:nvPr>
        </p:nvSpPr>
        <p:spPr/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Gyms &amp; Studios Regulations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Make sure to </a:t>
            </a:r>
            <a:r>
              <a:rPr b="1"/>
              <a:t>follow the rules</a:t>
            </a:r>
            <a:r>
              <a:t> &amp; regulation of the location.</a:t>
            </a:r>
          </a:p>
          <a:p>
            <a:r>
              <a:t>Content shooting in the class/studio has to be </a:t>
            </a:r>
            <a:r>
              <a:rPr b="1"/>
              <a:t>non-disturbance</a:t>
            </a:r>
            <a:r>
              <a:t>.</a:t>
            </a:r>
          </a:p>
          <a:p>
            <a:r>
              <a:t>We </a:t>
            </a:r>
            <a:r>
              <a:rPr b="1"/>
              <a:t>don’t have exclusivity</a:t>
            </a:r>
            <a:r>
              <a:t>, everyone will attend as users.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List of locations that don’t allow shooting.</a:t>
            </a:r>
          </a:p>
          <a:p>
            <a:pPr lvl="1"/>
            <a:r>
              <a:t>PUMP Fitness</a:t>
            </a:r>
          </a:p>
          <a:p>
            <a:pPr lvl="1"/>
            <a:r>
              <a:t>Enco Studio</a:t>
            </a:r>
          </a:p>
          <a:p>
            <a:pPr lvl="1"/>
          </a:p>
          <a:p>
            <a:pPr/>
            <a:r>
              <a:t>List of locations not available under free trials.</a:t>
            </a:r>
          </a:p>
          <a:p>
            <a:pPr lvl="1"/>
            <a:r>
              <a:t>FlowRider (One Utama)</a:t>
            </a:r>
          </a:p>
          <a:p>
            <a:pPr lvl="1"/>
            <a:r>
              <a:t>TreeTop Adventure (One Utama)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Caption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Your caption, your style.</a:t>
            </a:r>
          </a:p>
          <a:p>
            <a:r>
              <a:t>Encourage followers to join you through free trial using your own unique </a:t>
            </a:r>
            <a:r>
              <a:rPr b="1"/>
              <a:t>promocode</a:t>
            </a:r>
            <a:r>
              <a:t>.</a:t>
            </a:r>
          </a:p>
          <a:p>
            <a:r>
              <a:t>Use </a:t>
            </a:r>
            <a:r>
              <a:rPr b="1"/>
              <a:t>collaboration tag</a:t>
            </a:r>
            <a:r>
              <a:t> for Instagram with 1Fit only.</a:t>
            </a:r>
          </a:p>
          <a:p>
            <a:r>
              <a:t>You may </a:t>
            </a:r>
            <a:r>
              <a:rPr b="1"/>
              <a:t>normal tag</a:t>
            </a:r>
            <a:r>
              <a:t> the gym/studio as well, if relevant.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4"/>
          </p:nvPr>
        </p:nvSpPr>
        <p:spPr/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73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71"/>
          </p:nvPr>
        </p:nvSpPr>
        <p:spPr/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Promo Code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Create the 7-day free trial promo code on your own</a:t>
            </a:r>
          </a:p>
          <a:p>
            <a:r>
              <a:t>In app, go to membership</a:t>
            </a:r>
          </a:p>
          <a:p>
            <a:r>
              <a:t>Select ‘</a:t>
            </a:r>
            <a:r>
              <a:rPr b="1"/>
              <a:t>Gift a Free Trial’</a:t>
            </a:r>
          </a:p>
          <a:p>
            <a:r>
              <a:t>Personalise &amp; Generate</a:t>
            </a:r>
          </a:p>
          <a:p>
            <a:r>
              <a:t>Use it in your video and/or caption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very very friendly reminder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Ideas shown are just for reference only, we totally value your content creativity &amp; we just have to make sure all the 1Fit points are in and wrapped with your own original flair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-1Fit Marketing Team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</a:t>
            </a:r>
          </a:p>
          <a:p>
            <a:r>
              <a:t>we start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Download 1Fit app &amp; sign up</a:t>
            </a:r>
          </a:p>
          <a:p>
            <a:r>
              <a:t>Send us your registered mobile number &amp; we'll activate your EXCLUSIVE AMBASSADOR membership for you.</a:t>
            </a:r>
          </a:p>
          <a:p>
            <a:r>
              <a:t>Check out our app &amp; locations to spark your content ideas ;P</a:t>
            </a:r>
          </a:p>
          <a:p>
            <a:r>
              <a:t>Submit your simple script or content idea for approval.</a:t>
            </a:r>
          </a:p>
          <a:p>
            <a:r>
              <a:t>After your membership is activated, you're all set to visit any gyms and attend any classes, and create content while you're at it!</a:t>
            </a:r>
          </a:p>
          <a:p>
            <a:r>
              <a:t>In app, go to the “Membership” tab, then select “</a:t>
            </a:r>
            <a:r>
              <a:rPr b="1"/>
              <a:t>Gift a Free Trial</a:t>
            </a:r>
            <a:r>
              <a:t>” to create your promo code.</a:t>
            </a:r>
          </a:p>
          <a:p>
            <a:r>
              <a:t>Once your followers activate your promo code, they'll get 7 days of unlimited workouts through 1Fit! Enjoy!</a:t>
            </a:r>
          </a:p>
          <a:p>
            <a:r>
              <a:t>Script/Idea &amp; Draft (by you!) &gt; Approve (by us!) &gt; Post = Everybody loves 1Fit!!!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71"/>
          </p:nvPr>
        </p:nvSpPr>
        <p:spPr/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Any questions?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Just let us know ;P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Fit">
  <a:themeElements>
    <a:clrScheme name="1Fit">
      <a:dk1>
        <a:srgbClr val="000000"/>
      </a:dk1>
      <a:lt1>
        <a:srgbClr val="FFFFFF"/>
      </a:lt1>
      <a:dk2>
        <a:srgbClr val="333333"/>
      </a:dk2>
      <a:lt2>
        <a:srgbClr val="F2F2F4"/>
      </a:lt2>
      <a:accent1>
        <a:srgbClr val="524EDE"/>
      </a:accent1>
      <a:accent2>
        <a:srgbClr val="0032A2"/>
      </a:accent2>
      <a:accent3>
        <a:srgbClr val="5CE1E6"/>
      </a:accent3>
      <a:accent4>
        <a:srgbClr val="FF3131"/>
      </a:accent4>
      <a:accent5>
        <a:srgbClr val="000000"/>
      </a:accent5>
      <a:accent6>
        <a:srgbClr val="8E8E93"/>
      </a:accent6>
      <a:hlink>
        <a:srgbClr val="524EDE"/>
      </a:hlink>
      <a:folHlink>
        <a:srgbClr val="0032A2"/>
      </a:folHlink>
    </a:clrScheme>
    <a:fontScheme name="1Fit">
      <a:majorFont>
        <a:latin typeface="League Spart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